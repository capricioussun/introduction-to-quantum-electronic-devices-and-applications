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434343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flipH="1">
            <a:off x="10995200" y="5661233"/>
            <a:ext cx="1196800" cy="1196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 flipH="1">
            <a:off x="10995200" y="5661167"/>
            <a:ext cx="1196800" cy="11968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520700" y="2425700"/>
            <a:ext cx="10962800" cy="1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520700" y="3718840"/>
            <a:ext cx="10962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11364721" y="6260920"/>
            <a:ext cx="731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0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text">
  <p:cSld name="Large text">
    <p:bg>
      <p:bgPr>
        <a:solidFill>
          <a:srgbClr val="434343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87300" y="210300"/>
            <a:ext cx="116128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400"/>
              <a:buFont typeface="IBM Plex Sans"/>
              <a:buNone/>
              <a:defRPr sz="8533" b="0" i="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/>
          </p:nvPr>
        </p:nvSpPr>
        <p:spPr>
          <a:xfrm>
            <a:off x="285600" y="1515933"/>
            <a:ext cx="7328000" cy="5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-"/>
              <a:defRPr sz="2133" b="0" i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 sz="2133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767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7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, imagery, half, business unit">
  <p:cSld name="Cover, imagery, half, business unit">
    <p:bg>
      <p:bgPr>
        <a:solidFill>
          <a:schemeClr val="dk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287999" y="288036"/>
            <a:ext cx="50492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/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/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/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287999" y="763524"/>
            <a:ext cx="5049200" cy="46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BM Plex Sans Light"/>
              <a:buNone/>
              <a:defRPr sz="4267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5" descr="Place imagery here"/>
          <p:cNvSpPr>
            <a:spLocks noGrp="1"/>
          </p:cNvSpPr>
          <p:nvPr>
            <p:ph type="pic" idx="2"/>
          </p:nvPr>
        </p:nvSpPr>
        <p:spPr>
          <a:xfrm>
            <a:off x="6380919" y="284956"/>
            <a:ext cx="5523600" cy="62872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pic>
        <p:nvPicPr>
          <p:cNvPr id="29" name="Google Shape;29;p5" descr="IBM 8-bar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8889" y="6263481"/>
            <a:ext cx="819041" cy="304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202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>
  <p:cSld name="Section divider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5244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7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, 2 callouts, vertical">
  <p:cSld name="Data, 2 callouts, vertical">
    <p:bg>
      <p:bgPr>
        <a:solidFill>
          <a:schemeClr val="dk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87999" y="288036"/>
            <a:ext cx="3811200" cy="3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None/>
              <a:defRPr sz="2133">
                <a:solidFill>
                  <a:schemeClr val="lt1"/>
                </a:solidFill>
              </a:defRPr>
            </a:lvl1pPr>
            <a:lvl2pPr marL="1219170" lvl="1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2pPr>
            <a:lvl3pPr marL="1828754" lvl="2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•"/>
              <a:defRPr sz="2133">
                <a:solidFill>
                  <a:schemeClr val="lt1"/>
                </a:solidFill>
              </a:defRPr>
            </a:lvl3pPr>
            <a:lvl4pPr marL="2438339" lvl="3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4pPr>
            <a:lvl5pPr marL="3047924" lvl="4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1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287999" y="4649724"/>
            <a:ext cx="5524400" cy="1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700"/>
              <a:buFont typeface="IBM Plex Sans"/>
              <a:buNone/>
              <a:defRPr sz="12933" b="0" i="0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7" name="Google Shape;37;p7" descr="Vertical column divider"/>
          <p:cNvCxnSpPr/>
          <p:nvPr/>
        </p:nvCxnSpPr>
        <p:spPr>
          <a:xfrm>
            <a:off x="6096000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6380919" y="288036"/>
            <a:ext cx="3809600" cy="3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None/>
              <a:defRPr sz="2133">
                <a:solidFill>
                  <a:schemeClr val="lt1"/>
                </a:solidFill>
              </a:defRPr>
            </a:lvl1pPr>
            <a:lvl2pPr marL="1219170" lvl="1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2pPr>
            <a:lvl3pPr marL="1828754" lvl="2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•"/>
              <a:defRPr sz="2133">
                <a:solidFill>
                  <a:schemeClr val="lt1"/>
                </a:solidFill>
              </a:defRPr>
            </a:lvl3pPr>
            <a:lvl4pPr marL="2438339" lvl="3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4pPr>
            <a:lvl5pPr marL="3047924" lvl="4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1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4"/>
          </p:nvPr>
        </p:nvSpPr>
        <p:spPr>
          <a:xfrm>
            <a:off x="6380919" y="4648200"/>
            <a:ext cx="5523600" cy="1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700"/>
              <a:buFont typeface="IBM Plex Sans"/>
              <a:buNone/>
              <a:defRPr sz="12933" b="0" i="0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7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, 3 callouts, horizontal">
  <p:cSld name="Data, 3 callouts, horizontal">
    <p:bg>
      <p:bgPr>
        <a:solidFill>
          <a:schemeClr val="dk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BM Plex Sans Light"/>
              <a:buNone/>
              <a:defRPr sz="17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3333316" y="205740"/>
            <a:ext cx="24752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900"/>
              <a:buFont typeface="IBM Plex Sans Light"/>
              <a:buNone/>
              <a:defRPr sz="6533">
                <a:solidFill>
                  <a:schemeClr val="accent1"/>
                </a:solidFill>
              </a:defRPr>
            </a:lvl1pPr>
            <a:lvl2pPr marL="1219170" lvl="1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6380919" y="288036"/>
            <a:ext cx="38096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Google Shape;46;p8" descr="Horizontal row divider"/>
          <p:cNvCxnSpPr/>
          <p:nvPr/>
        </p:nvCxnSpPr>
        <p:spPr>
          <a:xfrm>
            <a:off x="3333316" y="2000251"/>
            <a:ext cx="85712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8"/>
          <p:cNvSpPr txBox="1">
            <a:spLocks noGrp="1"/>
          </p:cNvSpPr>
          <p:nvPr>
            <p:ph type="body" idx="3"/>
          </p:nvPr>
        </p:nvSpPr>
        <p:spPr>
          <a:xfrm>
            <a:off x="3333316" y="2093976"/>
            <a:ext cx="2475200" cy="1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900"/>
              <a:buFont typeface="IBM Plex Sans Light"/>
              <a:buNone/>
              <a:defRPr sz="6533">
                <a:solidFill>
                  <a:schemeClr val="accent1"/>
                </a:solidFill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4"/>
          </p:nvPr>
        </p:nvSpPr>
        <p:spPr>
          <a:xfrm>
            <a:off x="6380919" y="2190751"/>
            <a:ext cx="3809600" cy="1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9" name="Google Shape;49;p8" descr="Horizontal row divider"/>
          <p:cNvCxnSpPr/>
          <p:nvPr/>
        </p:nvCxnSpPr>
        <p:spPr>
          <a:xfrm>
            <a:off x="3333316" y="4095751"/>
            <a:ext cx="85712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8"/>
          <p:cNvSpPr txBox="1">
            <a:spLocks noGrp="1"/>
          </p:cNvSpPr>
          <p:nvPr>
            <p:ph type="body" idx="5"/>
          </p:nvPr>
        </p:nvSpPr>
        <p:spPr>
          <a:xfrm>
            <a:off x="3333316" y="4201668"/>
            <a:ext cx="2475200" cy="1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900"/>
              <a:buFont typeface="IBM Plex Sans Light"/>
              <a:buNone/>
              <a:defRPr sz="6533">
                <a:solidFill>
                  <a:schemeClr val="accent1"/>
                </a:solidFill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6"/>
          </p:nvPr>
        </p:nvSpPr>
        <p:spPr>
          <a:xfrm>
            <a:off x="6380919" y="4286251"/>
            <a:ext cx="3809600" cy="1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7"/>
          </p:nvPr>
        </p:nvSpPr>
        <p:spPr>
          <a:xfrm>
            <a:off x="3333316" y="6021388"/>
            <a:ext cx="24752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None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Char char="•"/>
              <a:defRPr sz="800" b="0" i="0"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0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2 columns, large title">
  <p:cSld name="Text, 2 columns, large title">
    <p:bg>
      <p:bgPr>
        <a:solidFill>
          <a:schemeClr val="dk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5220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7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6380919" y="288036"/>
            <a:ext cx="24760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9428523" y="288036"/>
            <a:ext cx="24760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1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2 columns, dividers, large title">
  <p:cSld name="Text, 2 columns, dividers, large title">
    <p:bg>
      <p:bgPr>
        <a:solidFill>
          <a:schemeClr val="dk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5192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7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6380919" y="288036"/>
            <a:ext cx="24760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6380919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3"/>
          </p:nvPr>
        </p:nvSpPr>
        <p:spPr>
          <a:xfrm>
            <a:off x="9428523" y="288036"/>
            <a:ext cx="24792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4"/>
          </p:nvPr>
        </p:nvSpPr>
        <p:spPr>
          <a:xfrm>
            <a:off x="9430109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1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4 stacked, large title">
  <p:cSld name="Boxes, 4 stacked, large title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287999" y="288036"/>
            <a:ext cx="2477600" cy="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287999" y="763524"/>
            <a:ext cx="5521600" cy="1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71425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2"/>
          </p:nvPr>
        </p:nvSpPr>
        <p:spPr>
          <a:xfrm>
            <a:off x="6380919" y="284956"/>
            <a:ext cx="2476000" cy="2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3"/>
          </p:nvPr>
        </p:nvSpPr>
        <p:spPr>
          <a:xfrm>
            <a:off x="9428523" y="284956"/>
            <a:ext cx="2479200" cy="2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4"/>
          </p:nvPr>
        </p:nvSpPr>
        <p:spPr>
          <a:xfrm>
            <a:off x="6380919" y="3333751"/>
            <a:ext cx="2476000" cy="2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5"/>
          </p:nvPr>
        </p:nvSpPr>
        <p:spPr>
          <a:xfrm>
            <a:off x="9428523" y="3333751"/>
            <a:ext cx="2476000" cy="2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1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4 horizontal, large title">
  <p:cSld name="Boxes, 4 horizontal, large title">
    <p:bg>
      <p:bgPr>
        <a:solidFill>
          <a:schemeClr val="dk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5244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7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287999" y="3328416"/>
            <a:ext cx="2474400" cy="26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2"/>
          </p:nvPr>
        </p:nvSpPr>
        <p:spPr>
          <a:xfrm>
            <a:off x="3334361" y="3333751"/>
            <a:ext cx="2474400" cy="26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3"/>
          </p:nvPr>
        </p:nvSpPr>
        <p:spPr>
          <a:xfrm>
            <a:off x="6383049" y="3333751"/>
            <a:ext cx="2474400" cy="26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4"/>
          </p:nvPr>
        </p:nvSpPr>
        <p:spPr>
          <a:xfrm>
            <a:off x="9428523" y="3333751"/>
            <a:ext cx="2474400" cy="26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82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or imagery, half, inset">
  <p:cSld name="Video or imagery, half, inset">
    <p:bg>
      <p:bgPr>
        <a:solidFill>
          <a:schemeClr val="dk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287999" y="1714500"/>
            <a:ext cx="24776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2"/>
          </p:nvPr>
        </p:nvSpPr>
        <p:spPr>
          <a:xfrm>
            <a:off x="3333316" y="1714500"/>
            <a:ext cx="2475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Google Shape;90;p13" descr="Place imagery here"/>
          <p:cNvSpPr>
            <a:spLocks noGrp="1"/>
          </p:cNvSpPr>
          <p:nvPr>
            <p:ph type="pic" idx="3"/>
          </p:nvPr>
        </p:nvSpPr>
        <p:spPr>
          <a:xfrm>
            <a:off x="6380919" y="284956"/>
            <a:ext cx="5523600" cy="62872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2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title="logo_transparent_backgrou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49418" y="2182418"/>
            <a:ext cx="2493167" cy="2493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3215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, imagery">
  <p:cSld name="Cover, imager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 descr="Place imagery here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00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524400" cy="3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BM Plex Sans Light"/>
              <a:buNone/>
              <a:defRPr sz="4267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287999" y="6044184"/>
            <a:ext cx="24688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3"/>
          </p:nvPr>
        </p:nvSpPr>
        <p:spPr>
          <a:xfrm>
            <a:off x="3335316" y="6042369"/>
            <a:ext cx="24688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9" name="Google Shape;99;p15" descr="IBM 8-bar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8526" y="6263481"/>
            <a:ext cx="819041" cy="304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8288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, plain">
  <p:cSld name="Cover, plain">
    <p:bg>
      <p:bgPr>
        <a:solidFill>
          <a:schemeClr val="dk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5244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BM Plex Sans Light"/>
              <a:buNone/>
              <a:defRPr sz="4267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02" name="Google Shape;102;p16" descr="IBM 8-bar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8526" y="6263481"/>
            <a:ext cx="819041" cy="304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7835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, plain, business unit">
  <p:cSld name="Cover, plain, business unit">
    <p:bg>
      <p:bgPr>
        <a:solidFill>
          <a:schemeClr val="dk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5244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BM Plex Sans Light"/>
              <a:buNone/>
              <a:defRPr sz="4267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287999" y="6231636"/>
            <a:ext cx="5524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6" name="Google Shape;106;p17" descr="IBM 8-bar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8526" y="6263481"/>
            <a:ext cx="819041" cy="304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445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, imagery, half ">
  <p:cSld name="Cover, imagery, half ">
    <p:bg>
      <p:bgPr>
        <a:solidFill>
          <a:schemeClr val="dk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050000" cy="52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BM Plex Sans Light"/>
              <a:buNone/>
              <a:defRPr sz="4267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18" descr="Place imagery here"/>
          <p:cNvSpPr>
            <a:spLocks noGrp="1"/>
          </p:cNvSpPr>
          <p:nvPr>
            <p:ph type="pic" idx="2"/>
          </p:nvPr>
        </p:nvSpPr>
        <p:spPr>
          <a:xfrm>
            <a:off x="6380919" y="284956"/>
            <a:ext cx="5523600" cy="62872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pic>
        <p:nvPicPr>
          <p:cNvPr id="110" name="Google Shape;110;p18" descr="IBM 8-bar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8889" y="6263481"/>
            <a:ext cx="819041" cy="304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1131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ontents">
    <p:bg>
      <p:bgPr>
        <a:solidFill>
          <a:schemeClr val="dk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24776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body" idx="1"/>
          </p:nvPr>
        </p:nvSpPr>
        <p:spPr>
          <a:xfrm>
            <a:off x="6380919" y="284956"/>
            <a:ext cx="24760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2"/>
          </p:nvPr>
        </p:nvSpPr>
        <p:spPr>
          <a:xfrm>
            <a:off x="9430109" y="284956"/>
            <a:ext cx="24744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5" name="Google Shape;115;p19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064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out, headline">
  <p:cSld name="Callout, headline">
    <p:bg>
      <p:bgPr>
        <a:solidFill>
          <a:schemeClr val="dk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49540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6382795" y="224028"/>
            <a:ext cx="5520400" cy="4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marL="1219170" lvl="1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–"/>
              <a:defRPr sz="3200">
                <a:solidFill>
                  <a:schemeClr val="lt2"/>
                </a:solidFill>
              </a:defRPr>
            </a:lvl2pPr>
            <a:lvl3pPr marL="1828754" lvl="2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•"/>
              <a:defRPr sz="3200">
                <a:solidFill>
                  <a:schemeClr val="lt2"/>
                </a:solidFill>
              </a:defRPr>
            </a:lvl3pPr>
            <a:lvl4pPr marL="2438339" lvl="3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–"/>
              <a:defRPr sz="3200">
                <a:solidFill>
                  <a:schemeClr val="lt2"/>
                </a:solidFill>
              </a:defRPr>
            </a:lvl4pPr>
            <a:lvl5pPr marL="3047924" lvl="4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3200"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" name="Google Shape;120;p20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19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out, stand-alone">
  <p:cSld name="Callout, stand-alone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287999" y="210312"/>
            <a:ext cx="7330000" cy="4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BM Plex Sans Light"/>
              <a:buNone/>
              <a:defRPr sz="4267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, 3 callouts, vertical">
  <p:cSld name="Data, 3 callouts, vertical">
    <p:bg>
      <p:bgPr>
        <a:solidFill>
          <a:schemeClr val="dk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BM Plex Sans Light"/>
              <a:buNone/>
              <a:defRPr sz="17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333316" y="214884"/>
            <a:ext cx="2475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900"/>
              <a:buFont typeface="IBM Plex Sans Light"/>
              <a:buNone/>
              <a:defRPr sz="6533">
                <a:solidFill>
                  <a:schemeClr val="accent1"/>
                </a:solidFill>
              </a:defRPr>
            </a:lvl1pPr>
            <a:lvl2pPr marL="1219170" lvl="1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2"/>
          </p:nvPr>
        </p:nvSpPr>
        <p:spPr>
          <a:xfrm>
            <a:off x="3333316" y="1166533"/>
            <a:ext cx="2475200" cy="4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3"/>
          </p:nvPr>
        </p:nvSpPr>
        <p:spPr>
          <a:xfrm>
            <a:off x="6383300" y="213240"/>
            <a:ext cx="2474400" cy="9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900"/>
              <a:buFont typeface="IBM Plex Sans Light"/>
              <a:buNone/>
              <a:defRPr sz="6533">
                <a:solidFill>
                  <a:schemeClr val="accent1"/>
                </a:solidFill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1" name="Google Shape;131;p22"/>
          <p:cNvSpPr txBox="1">
            <a:spLocks noGrp="1"/>
          </p:cNvSpPr>
          <p:nvPr>
            <p:ph type="body" idx="4"/>
          </p:nvPr>
        </p:nvSpPr>
        <p:spPr>
          <a:xfrm>
            <a:off x="6380919" y="1167327"/>
            <a:ext cx="2476000" cy="48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5"/>
          </p:nvPr>
        </p:nvSpPr>
        <p:spPr>
          <a:xfrm>
            <a:off x="9428523" y="214827"/>
            <a:ext cx="24744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900"/>
              <a:buFont typeface="IBM Plex Sans Light"/>
              <a:buNone/>
              <a:defRPr sz="6533">
                <a:solidFill>
                  <a:schemeClr val="accent1"/>
                </a:solidFill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3" name="Google Shape;133;p22"/>
          <p:cNvSpPr txBox="1">
            <a:spLocks noGrp="1"/>
          </p:cNvSpPr>
          <p:nvPr>
            <p:ph type="body" idx="6"/>
          </p:nvPr>
        </p:nvSpPr>
        <p:spPr>
          <a:xfrm>
            <a:off x="9428523" y="1166533"/>
            <a:ext cx="2476000" cy="48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4" name="Google Shape;134;p22"/>
          <p:cNvSpPr txBox="1">
            <a:spLocks noGrp="1"/>
          </p:cNvSpPr>
          <p:nvPr>
            <p:ph type="body" idx="7"/>
          </p:nvPr>
        </p:nvSpPr>
        <p:spPr>
          <a:xfrm>
            <a:off x="3333316" y="6021388"/>
            <a:ext cx="24752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None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5" name="Google Shape;135;p22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36" name="Google Shape;136;p22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607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, 2 callouts, horizontal">
  <p:cSld name="Data, 2 callouts, horizontal">
    <p:bg>
      <p:bgPr>
        <a:solidFill>
          <a:schemeClr val="dk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287300" y="201168"/>
            <a:ext cx="2474400" cy="26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BM Plex Sans Light"/>
              <a:buNone/>
              <a:defRPr sz="4267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body" idx="1"/>
          </p:nvPr>
        </p:nvSpPr>
        <p:spPr>
          <a:xfrm>
            <a:off x="3333316" y="201168"/>
            <a:ext cx="5523600" cy="26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BM Plex Sans Light"/>
              <a:buNone/>
              <a:defRPr sz="4267">
                <a:solidFill>
                  <a:schemeClr val="lt1"/>
                </a:solidFill>
              </a:defRPr>
            </a:lvl1pPr>
            <a:lvl2pPr marL="1219170" lvl="1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BM Plex Sans Light"/>
              <a:buChar char="–"/>
              <a:defRPr sz="4267">
                <a:solidFill>
                  <a:schemeClr val="lt1"/>
                </a:solidFill>
              </a:defRPr>
            </a:lvl2pPr>
            <a:lvl3pPr marL="1828754" lvl="2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BM Plex Sans Light"/>
              <a:buChar char="•"/>
              <a:defRPr sz="4267">
                <a:solidFill>
                  <a:schemeClr val="lt1"/>
                </a:solidFill>
              </a:defRPr>
            </a:lvl3pPr>
            <a:lvl4pPr marL="2438339" lvl="3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BM Plex Sans Light"/>
              <a:buChar char="–"/>
              <a:defRPr sz="4267">
                <a:solidFill>
                  <a:schemeClr val="lt1"/>
                </a:solidFill>
              </a:defRPr>
            </a:lvl4pPr>
            <a:lvl5pPr marL="3047924" lvl="4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4267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0" name="Google Shape;140;p23" descr="Horizontal row divider"/>
          <p:cNvCxnSpPr/>
          <p:nvPr/>
        </p:nvCxnSpPr>
        <p:spPr>
          <a:xfrm>
            <a:off x="284125" y="3048000"/>
            <a:ext cx="116204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23"/>
          <p:cNvSpPr txBox="1">
            <a:spLocks noGrp="1"/>
          </p:cNvSpPr>
          <p:nvPr>
            <p:ph type="body" idx="2"/>
          </p:nvPr>
        </p:nvSpPr>
        <p:spPr>
          <a:xfrm>
            <a:off x="287300" y="3238500"/>
            <a:ext cx="2474400" cy="2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BM Plex Sans Light"/>
              <a:buNone/>
              <a:defRPr sz="4267">
                <a:solidFill>
                  <a:schemeClr val="accent1"/>
                </a:solidFill>
              </a:defRPr>
            </a:lvl1pPr>
            <a:lvl2pPr marL="1219170" lvl="1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BM Plex Sans Light"/>
              <a:buChar char="–"/>
              <a:defRPr sz="4267">
                <a:solidFill>
                  <a:schemeClr val="accent1"/>
                </a:solidFill>
              </a:defRPr>
            </a:lvl2pPr>
            <a:lvl3pPr marL="1828754" lvl="2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BM Plex Sans Light"/>
              <a:buChar char="•"/>
              <a:defRPr sz="4267">
                <a:solidFill>
                  <a:schemeClr val="accent1"/>
                </a:solidFill>
              </a:defRPr>
            </a:lvl3pPr>
            <a:lvl4pPr marL="2438339" lvl="3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BM Plex Sans Light"/>
              <a:buChar char="–"/>
              <a:defRPr sz="4267">
                <a:solidFill>
                  <a:schemeClr val="accent1"/>
                </a:solidFill>
              </a:defRPr>
            </a:lvl4pPr>
            <a:lvl5pPr marL="3047924" lvl="4" indent="-575719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4267">
                <a:solidFill>
                  <a:schemeClr val="accen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2" name="Google Shape;142;p23"/>
          <p:cNvSpPr txBox="1">
            <a:spLocks noGrp="1"/>
          </p:cNvSpPr>
          <p:nvPr>
            <p:ph type="body" idx="3"/>
          </p:nvPr>
        </p:nvSpPr>
        <p:spPr>
          <a:xfrm>
            <a:off x="3333316" y="3238500"/>
            <a:ext cx="5523600" cy="2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BM Plex Sans Light"/>
              <a:buNone/>
              <a:defRPr sz="4267">
                <a:solidFill>
                  <a:schemeClr val="lt1"/>
                </a:solidFill>
              </a:defRPr>
            </a:lvl1pPr>
            <a:lvl2pPr marL="1219170" lvl="1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BM Plex Sans Light"/>
              <a:buChar char="–"/>
              <a:defRPr sz="4267">
                <a:solidFill>
                  <a:schemeClr val="lt1"/>
                </a:solidFill>
              </a:defRPr>
            </a:lvl2pPr>
            <a:lvl3pPr marL="1828754" lvl="2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BM Plex Sans Light"/>
              <a:buChar char="•"/>
              <a:defRPr sz="4267">
                <a:solidFill>
                  <a:schemeClr val="lt1"/>
                </a:solidFill>
              </a:defRPr>
            </a:lvl3pPr>
            <a:lvl4pPr marL="2438339" lvl="3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BM Plex Sans Light"/>
              <a:buChar char="–"/>
              <a:defRPr sz="4267">
                <a:solidFill>
                  <a:schemeClr val="lt1"/>
                </a:solidFill>
              </a:defRPr>
            </a:lvl4pPr>
            <a:lvl5pPr marL="3047924" lvl="4" indent="-5757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4267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3" name="Google Shape;143;p23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44" name="Google Shape;144;p23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87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4 columns ">
  <p:cSld name="Text, 4 columns ">
    <p:bg>
      <p:bgPr>
        <a:solidFill>
          <a:schemeClr val="dk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body" idx="1"/>
          </p:nvPr>
        </p:nvSpPr>
        <p:spPr>
          <a:xfrm>
            <a:off x="287999" y="1714500"/>
            <a:ext cx="24776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8" name="Google Shape;148;p24"/>
          <p:cNvSpPr txBox="1">
            <a:spLocks noGrp="1"/>
          </p:cNvSpPr>
          <p:nvPr>
            <p:ph type="body" idx="2"/>
          </p:nvPr>
        </p:nvSpPr>
        <p:spPr>
          <a:xfrm>
            <a:off x="3333316" y="1714500"/>
            <a:ext cx="2475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3"/>
          </p:nvPr>
        </p:nvSpPr>
        <p:spPr>
          <a:xfrm>
            <a:off x="6380919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0" name="Google Shape;150;p24"/>
          <p:cNvSpPr txBox="1">
            <a:spLocks noGrp="1"/>
          </p:cNvSpPr>
          <p:nvPr>
            <p:ph type="body" idx="4"/>
          </p:nvPr>
        </p:nvSpPr>
        <p:spPr>
          <a:xfrm>
            <a:off x="9428523" y="1714500"/>
            <a:ext cx="2479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1" name="Google Shape;151;p24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52" name="Google Shape;152;p24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940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4 columns, short dividers">
  <p:cSld name="Text, 4 columns, short dividers">
    <p:bg>
      <p:bgPr>
        <a:solidFill>
          <a:schemeClr val="dk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>
            <a:off x="3333316" y="288036"/>
            <a:ext cx="24776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2"/>
          </p:nvPr>
        </p:nvSpPr>
        <p:spPr>
          <a:xfrm>
            <a:off x="289681" y="1714500"/>
            <a:ext cx="2475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7" name="Google Shape;157;p25" descr="Vertical column divider"/>
          <p:cNvCxnSpPr/>
          <p:nvPr/>
        </p:nvCxnSpPr>
        <p:spPr>
          <a:xfrm>
            <a:off x="3047603" y="1714500"/>
            <a:ext cx="0" cy="4286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25"/>
          <p:cNvSpPr txBox="1">
            <a:spLocks noGrp="1"/>
          </p:cNvSpPr>
          <p:nvPr>
            <p:ph type="body" idx="3"/>
          </p:nvPr>
        </p:nvSpPr>
        <p:spPr>
          <a:xfrm>
            <a:off x="3333316" y="1714500"/>
            <a:ext cx="2475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9" name="Google Shape;159;p25" descr="Vertical column divider"/>
          <p:cNvCxnSpPr/>
          <p:nvPr/>
        </p:nvCxnSpPr>
        <p:spPr>
          <a:xfrm>
            <a:off x="6093683" y="1714500"/>
            <a:ext cx="0" cy="4288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p25"/>
          <p:cNvSpPr txBox="1">
            <a:spLocks noGrp="1"/>
          </p:cNvSpPr>
          <p:nvPr>
            <p:ph type="body" idx="4"/>
          </p:nvPr>
        </p:nvSpPr>
        <p:spPr>
          <a:xfrm>
            <a:off x="6380919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1" name="Google Shape;161;p25" descr="Vertical column divider"/>
          <p:cNvCxnSpPr/>
          <p:nvPr/>
        </p:nvCxnSpPr>
        <p:spPr>
          <a:xfrm>
            <a:off x="9142809" y="1714500"/>
            <a:ext cx="0" cy="4288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25"/>
          <p:cNvSpPr txBox="1">
            <a:spLocks noGrp="1"/>
          </p:cNvSpPr>
          <p:nvPr>
            <p:ph type="body" idx="5"/>
          </p:nvPr>
        </p:nvSpPr>
        <p:spPr>
          <a:xfrm>
            <a:off x="9428523" y="1714500"/>
            <a:ext cx="2479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3" name="Google Shape;163;p25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263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4 columns, dividers, headlines">
  <p:cSld name="Text, 4 columns, dividers, headlines">
    <p:bg>
      <p:bgPr>
        <a:solidFill>
          <a:schemeClr val="dk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67" name="Google Shape;167;p26" descr="Vertical column divider"/>
          <p:cNvCxnSpPr/>
          <p:nvPr/>
        </p:nvCxnSpPr>
        <p:spPr>
          <a:xfrm>
            <a:off x="3047603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3333316" y="288036"/>
            <a:ext cx="24776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2"/>
          </p:nvPr>
        </p:nvSpPr>
        <p:spPr>
          <a:xfrm>
            <a:off x="3333316" y="1714500"/>
            <a:ext cx="2475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0" name="Google Shape;170;p26" descr="Vertical column divider"/>
          <p:cNvCxnSpPr/>
          <p:nvPr/>
        </p:nvCxnSpPr>
        <p:spPr>
          <a:xfrm>
            <a:off x="6093683" y="283464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26"/>
          <p:cNvSpPr txBox="1">
            <a:spLocks noGrp="1"/>
          </p:cNvSpPr>
          <p:nvPr>
            <p:ph type="body" idx="3"/>
          </p:nvPr>
        </p:nvSpPr>
        <p:spPr>
          <a:xfrm>
            <a:off x="6380919" y="288036"/>
            <a:ext cx="24760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4"/>
          </p:nvPr>
        </p:nvSpPr>
        <p:spPr>
          <a:xfrm>
            <a:off x="6380919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3" name="Google Shape;173;p26" descr="Vertical column divider"/>
          <p:cNvCxnSpPr/>
          <p:nvPr/>
        </p:nvCxnSpPr>
        <p:spPr>
          <a:xfrm>
            <a:off x="9142809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26"/>
          <p:cNvSpPr txBox="1">
            <a:spLocks noGrp="1"/>
          </p:cNvSpPr>
          <p:nvPr>
            <p:ph type="body" idx="5"/>
          </p:nvPr>
        </p:nvSpPr>
        <p:spPr>
          <a:xfrm>
            <a:off x="9428523" y="288036"/>
            <a:ext cx="24792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6"/>
          </p:nvPr>
        </p:nvSpPr>
        <p:spPr>
          <a:xfrm>
            <a:off x="9428523" y="1714500"/>
            <a:ext cx="2479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Google Shape;176;p26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77" name="Google Shape;177;p26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519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4 columns, dividers, pictograms">
  <p:cSld name="Text, 4 columns, dividers, pictograms">
    <p:bg>
      <p:bgPr>
        <a:solidFill>
          <a:schemeClr val="dk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10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BM Plex Sans Light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287999" y="1714500"/>
            <a:ext cx="2477600" cy="2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 sz="1733">
                <a:solidFill>
                  <a:schemeClr val="lt1"/>
                </a:solidFill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1" name="Google Shape;181;p27" descr="Vertical column divider"/>
          <p:cNvCxnSpPr/>
          <p:nvPr/>
        </p:nvCxnSpPr>
        <p:spPr>
          <a:xfrm>
            <a:off x="3047603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27" descr="Place pictogram here"/>
          <p:cNvSpPr>
            <a:spLocks noGrp="1"/>
          </p:cNvSpPr>
          <p:nvPr>
            <p:ph type="pic" idx="2"/>
          </p:nvPr>
        </p:nvSpPr>
        <p:spPr>
          <a:xfrm>
            <a:off x="3333316" y="288036"/>
            <a:ext cx="608000" cy="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7"/>
          <p:cNvSpPr txBox="1">
            <a:spLocks noGrp="1"/>
          </p:cNvSpPr>
          <p:nvPr>
            <p:ph type="body" idx="3"/>
          </p:nvPr>
        </p:nvSpPr>
        <p:spPr>
          <a:xfrm>
            <a:off x="3333316" y="1714500"/>
            <a:ext cx="2475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4" name="Google Shape;184;p27" descr="Vertical column divider"/>
          <p:cNvCxnSpPr/>
          <p:nvPr/>
        </p:nvCxnSpPr>
        <p:spPr>
          <a:xfrm>
            <a:off x="6093683" y="283464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27" descr="Place pictogram here"/>
          <p:cNvSpPr>
            <a:spLocks noGrp="1"/>
          </p:cNvSpPr>
          <p:nvPr>
            <p:ph type="pic" idx="4"/>
          </p:nvPr>
        </p:nvSpPr>
        <p:spPr>
          <a:xfrm>
            <a:off x="6387345" y="288036"/>
            <a:ext cx="608000" cy="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27"/>
          <p:cNvSpPr txBox="1">
            <a:spLocks noGrp="1"/>
          </p:cNvSpPr>
          <p:nvPr>
            <p:ph type="body" idx="5"/>
          </p:nvPr>
        </p:nvSpPr>
        <p:spPr>
          <a:xfrm>
            <a:off x="6383184" y="1714500"/>
            <a:ext cx="24708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7" name="Google Shape;187;p27" descr="Vertical column divider"/>
          <p:cNvCxnSpPr/>
          <p:nvPr/>
        </p:nvCxnSpPr>
        <p:spPr>
          <a:xfrm>
            <a:off x="9142809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27" descr="Place pictogram here"/>
          <p:cNvSpPr>
            <a:spLocks noGrp="1"/>
          </p:cNvSpPr>
          <p:nvPr>
            <p:ph type="pic" idx="6"/>
          </p:nvPr>
        </p:nvSpPr>
        <p:spPr>
          <a:xfrm>
            <a:off x="9428523" y="288036"/>
            <a:ext cx="608000" cy="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7"/>
          <p:cNvSpPr txBox="1">
            <a:spLocks noGrp="1"/>
          </p:cNvSpPr>
          <p:nvPr>
            <p:ph type="body" idx="7"/>
          </p:nvPr>
        </p:nvSpPr>
        <p:spPr>
          <a:xfrm>
            <a:off x="9428523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Google Shape;190;p27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91" name="Google Shape;191;p27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519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1 wide column, divider">
  <p:cSld name="Text, 1 wide column, divider">
    <p:bg>
      <p:bgPr>
        <a:solidFill>
          <a:schemeClr val="dk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2474400" cy="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4" name="Google Shape;194;p28"/>
          <p:cNvSpPr txBox="1">
            <a:spLocks noGrp="1"/>
          </p:cNvSpPr>
          <p:nvPr>
            <p:ph type="body" idx="1"/>
          </p:nvPr>
        </p:nvSpPr>
        <p:spPr>
          <a:xfrm>
            <a:off x="3332555" y="192024"/>
            <a:ext cx="2477600" cy="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/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/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/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333"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5" name="Google Shape;195;p28"/>
          <p:cNvSpPr txBox="1">
            <a:spLocks noGrp="1"/>
          </p:cNvSpPr>
          <p:nvPr>
            <p:ph type="body" idx="2"/>
          </p:nvPr>
        </p:nvSpPr>
        <p:spPr>
          <a:xfrm>
            <a:off x="3333316" y="1714500"/>
            <a:ext cx="2475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Google Shape;196;p28"/>
          <p:cNvSpPr txBox="1">
            <a:spLocks noGrp="1"/>
          </p:cNvSpPr>
          <p:nvPr>
            <p:ph type="body" idx="3"/>
          </p:nvPr>
        </p:nvSpPr>
        <p:spPr>
          <a:xfrm>
            <a:off x="6380919" y="1714500"/>
            <a:ext cx="50476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7" name="Google Shape;197;p28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198" name="Google Shape;198;p28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10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2 wide columns">
  <p:cSld name="Text, 2 wide columns">
    <p:bg>
      <p:bgPr>
        <a:solidFill>
          <a:schemeClr val="dk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3712000" cy="9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BM Plex Sans Light"/>
              <a:buNone/>
              <a:defRPr sz="17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body" idx="1"/>
          </p:nvPr>
        </p:nvSpPr>
        <p:spPr>
          <a:xfrm>
            <a:off x="287999" y="1714500"/>
            <a:ext cx="5049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2" name="Google Shape;202;p29"/>
          <p:cNvSpPr txBox="1">
            <a:spLocks noGrp="1"/>
          </p:cNvSpPr>
          <p:nvPr>
            <p:ph type="body" idx="2"/>
          </p:nvPr>
        </p:nvSpPr>
        <p:spPr>
          <a:xfrm>
            <a:off x="6380919" y="1714500"/>
            <a:ext cx="50476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>
                <a:solidFill>
                  <a:schemeClr val="lt1"/>
                </a:solidFill>
              </a:defRPr>
            </a:lvl1pPr>
            <a:lvl2pPr marL="1219170" lvl="1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2pPr>
            <a:lvl3pPr marL="1828754" lvl="2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>
                <a:solidFill>
                  <a:schemeClr val="lt1"/>
                </a:solidFill>
              </a:defRPr>
            </a:lvl3pPr>
            <a:lvl4pPr marL="2438339" lvl="3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>
                <a:solidFill>
                  <a:schemeClr val="lt1"/>
                </a:solidFill>
              </a:defRPr>
            </a:lvl4pPr>
            <a:lvl5pPr marL="3047924" lvl="4" indent="-41485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3" name="Google Shape;203;p29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04" name="Google Shape;204;p29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756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2 columns, small title">
  <p:cSld name="Text, 2 columns, small title">
    <p:bg>
      <p:bgPr>
        <a:solidFill>
          <a:schemeClr val="dk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60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BM Plex Sans Light"/>
              <a:buNone/>
              <a:defRPr sz="17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1"/>
          </p:nvPr>
        </p:nvSpPr>
        <p:spPr>
          <a:xfrm>
            <a:off x="6380919" y="284956"/>
            <a:ext cx="24760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Google Shape;208;p30"/>
          <p:cNvSpPr txBox="1">
            <a:spLocks noGrp="1"/>
          </p:cNvSpPr>
          <p:nvPr>
            <p:ph type="body" idx="2"/>
          </p:nvPr>
        </p:nvSpPr>
        <p:spPr>
          <a:xfrm>
            <a:off x="9428523" y="284956"/>
            <a:ext cx="24760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9" name="Google Shape;209;p30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10" name="Google Shape;210;p30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187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2 columns, dividers, small title">
  <p:cSld name="Text, 2 columns, dividers, small title">
    <p:bg>
      <p:bgPr>
        <a:solidFill>
          <a:schemeClr val="dk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6380919" y="288036"/>
            <a:ext cx="24760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2"/>
          </p:nvPr>
        </p:nvSpPr>
        <p:spPr>
          <a:xfrm>
            <a:off x="6380919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5" name="Google Shape;215;p31"/>
          <p:cNvSpPr txBox="1">
            <a:spLocks noGrp="1"/>
          </p:cNvSpPr>
          <p:nvPr>
            <p:ph type="body" idx="3"/>
          </p:nvPr>
        </p:nvSpPr>
        <p:spPr>
          <a:xfrm>
            <a:off x="9428523" y="288036"/>
            <a:ext cx="24792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4"/>
          </p:nvPr>
        </p:nvSpPr>
        <p:spPr>
          <a:xfrm>
            <a:off x="9431697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7" name="Google Shape;217;p31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18" name="Google Shape;218;p31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102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2 columns, dividers, pictograms">
  <p:cSld name="Text, 2 columns, dividers, pictograms">
    <p:bg>
      <p:bgPr>
        <a:solidFill>
          <a:schemeClr val="dk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2474400" cy="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body" idx="1"/>
          </p:nvPr>
        </p:nvSpPr>
        <p:spPr>
          <a:xfrm>
            <a:off x="3334141" y="192024"/>
            <a:ext cx="2477600" cy="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marL="1219170" lvl="1" indent="-38945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/>
            </a:lvl2pPr>
            <a:lvl3pPr marL="1828754" lvl="2" indent="-38945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/>
            </a:lvl3pPr>
            <a:lvl4pPr marL="2438339" lvl="3" indent="-38945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/>
            </a:lvl4pPr>
            <a:lvl5pPr marL="3047924" lvl="4" indent="-38945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333"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2" name="Google Shape;222;p32"/>
          <p:cNvSpPr txBox="1">
            <a:spLocks noGrp="1"/>
          </p:cNvSpPr>
          <p:nvPr>
            <p:ph type="body" idx="2"/>
          </p:nvPr>
        </p:nvSpPr>
        <p:spPr>
          <a:xfrm>
            <a:off x="3333316" y="1714500"/>
            <a:ext cx="2475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3" name="Google Shape;223;p32" descr="Vertical column divider"/>
          <p:cNvCxnSpPr/>
          <p:nvPr/>
        </p:nvCxnSpPr>
        <p:spPr>
          <a:xfrm>
            <a:off x="6093683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32" descr="Place pictogram here"/>
          <p:cNvSpPr>
            <a:spLocks noGrp="1"/>
          </p:cNvSpPr>
          <p:nvPr>
            <p:ph type="pic" idx="3"/>
          </p:nvPr>
        </p:nvSpPr>
        <p:spPr>
          <a:xfrm>
            <a:off x="6380919" y="288036"/>
            <a:ext cx="608000" cy="6072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2"/>
          <p:cNvSpPr txBox="1">
            <a:spLocks noGrp="1"/>
          </p:cNvSpPr>
          <p:nvPr>
            <p:ph type="body" idx="4"/>
          </p:nvPr>
        </p:nvSpPr>
        <p:spPr>
          <a:xfrm>
            <a:off x="6382988" y="1714500"/>
            <a:ext cx="2476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6" name="Google Shape;226;p32" descr="Vertical column divider"/>
          <p:cNvCxnSpPr/>
          <p:nvPr/>
        </p:nvCxnSpPr>
        <p:spPr>
          <a:xfrm>
            <a:off x="9142809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7" name="Google Shape;227;p32" descr="Place pictogram here"/>
          <p:cNvSpPr>
            <a:spLocks noGrp="1"/>
          </p:cNvSpPr>
          <p:nvPr>
            <p:ph type="pic" idx="5"/>
          </p:nvPr>
        </p:nvSpPr>
        <p:spPr>
          <a:xfrm>
            <a:off x="9428523" y="288036"/>
            <a:ext cx="608800" cy="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2"/>
          <p:cNvSpPr txBox="1">
            <a:spLocks noGrp="1"/>
          </p:cNvSpPr>
          <p:nvPr>
            <p:ph type="body" idx="6"/>
          </p:nvPr>
        </p:nvSpPr>
        <p:spPr>
          <a:xfrm>
            <a:off x="9430591" y="1714500"/>
            <a:ext cx="24792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None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–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 sz="933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9" name="Google Shape;229;p32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30" name="Google Shape;230;p32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098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4 stacked wide, pictograms">
  <p:cSld name="Boxes, 4 stacked wide, pictograms">
    <p:bg>
      <p:bgPr>
        <a:solidFill>
          <a:schemeClr val="dk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 descr="Place pictogram here"/>
          <p:cNvSpPr>
            <a:spLocks noGrp="1"/>
          </p:cNvSpPr>
          <p:nvPr>
            <p:ph type="pic" idx="2"/>
          </p:nvPr>
        </p:nvSpPr>
        <p:spPr>
          <a:xfrm>
            <a:off x="287999" y="288036"/>
            <a:ext cx="608000" cy="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33"/>
          <p:cNvSpPr txBox="1">
            <a:spLocks noGrp="1"/>
          </p:cNvSpPr>
          <p:nvPr>
            <p:ph type="body" idx="1"/>
          </p:nvPr>
        </p:nvSpPr>
        <p:spPr>
          <a:xfrm>
            <a:off x="287999" y="1239012"/>
            <a:ext cx="3334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None/>
              <a:defRPr sz="2133">
                <a:solidFill>
                  <a:schemeClr val="lt1"/>
                </a:solidFill>
              </a:defRPr>
            </a:lvl1pPr>
            <a:lvl2pPr marL="1219170" lvl="1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2pPr>
            <a:lvl3pPr marL="1828754" lvl="2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•"/>
              <a:defRPr sz="2133">
                <a:solidFill>
                  <a:schemeClr val="lt1"/>
                </a:solidFill>
              </a:defRPr>
            </a:lvl3pPr>
            <a:lvl4pPr marL="2438339" lvl="3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4pPr>
            <a:lvl5pPr marL="3047924" lvl="4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1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4" name="Google Shape;234;p33" descr="Vertical column divider"/>
          <p:cNvCxnSpPr/>
          <p:nvPr/>
        </p:nvCxnSpPr>
        <p:spPr>
          <a:xfrm>
            <a:off x="6095207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" name="Google Shape;235;p33" descr="Place pictogram here"/>
          <p:cNvSpPr>
            <a:spLocks noGrp="1"/>
          </p:cNvSpPr>
          <p:nvPr>
            <p:ph type="pic" idx="3"/>
          </p:nvPr>
        </p:nvSpPr>
        <p:spPr>
          <a:xfrm>
            <a:off x="6380919" y="288036"/>
            <a:ext cx="608000" cy="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3"/>
          <p:cNvSpPr txBox="1">
            <a:spLocks noGrp="1"/>
          </p:cNvSpPr>
          <p:nvPr>
            <p:ph type="body" idx="4"/>
          </p:nvPr>
        </p:nvSpPr>
        <p:spPr>
          <a:xfrm>
            <a:off x="6380919" y="1238251"/>
            <a:ext cx="333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None/>
              <a:defRPr sz="2133">
                <a:solidFill>
                  <a:schemeClr val="lt1"/>
                </a:solidFill>
              </a:defRPr>
            </a:lvl1pPr>
            <a:lvl2pPr marL="1219170" lvl="1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2pPr>
            <a:lvl3pPr marL="1828754" lvl="2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•"/>
              <a:defRPr sz="2133">
                <a:solidFill>
                  <a:schemeClr val="lt1"/>
                </a:solidFill>
              </a:defRPr>
            </a:lvl3pPr>
            <a:lvl4pPr marL="2438339" lvl="3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4pPr>
            <a:lvl5pPr marL="3047924" lvl="4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1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7" name="Google Shape;237;p33" descr="Horizontal row divider"/>
          <p:cNvCxnSpPr/>
          <p:nvPr/>
        </p:nvCxnSpPr>
        <p:spPr>
          <a:xfrm>
            <a:off x="284125" y="3048000"/>
            <a:ext cx="116204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33" descr="Place pictogram here"/>
          <p:cNvSpPr>
            <a:spLocks noGrp="1"/>
          </p:cNvSpPr>
          <p:nvPr>
            <p:ph type="pic" idx="5"/>
          </p:nvPr>
        </p:nvSpPr>
        <p:spPr>
          <a:xfrm>
            <a:off x="287999" y="3236976"/>
            <a:ext cx="608000" cy="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3"/>
          <p:cNvSpPr txBox="1">
            <a:spLocks noGrp="1"/>
          </p:cNvSpPr>
          <p:nvPr>
            <p:ph type="body" idx="6"/>
          </p:nvPr>
        </p:nvSpPr>
        <p:spPr>
          <a:xfrm>
            <a:off x="287999" y="4192524"/>
            <a:ext cx="3334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None/>
              <a:defRPr sz="2133">
                <a:solidFill>
                  <a:schemeClr val="lt1"/>
                </a:solidFill>
              </a:defRPr>
            </a:lvl1pPr>
            <a:lvl2pPr marL="1219170" lvl="1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2pPr>
            <a:lvl3pPr marL="1828754" lvl="2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•"/>
              <a:defRPr sz="2133">
                <a:solidFill>
                  <a:schemeClr val="lt1"/>
                </a:solidFill>
              </a:defRPr>
            </a:lvl3pPr>
            <a:lvl4pPr marL="2438339" lvl="3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4pPr>
            <a:lvl5pPr marL="3047924" lvl="4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1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0" name="Google Shape;240;p33" descr="Place pictogram here"/>
          <p:cNvSpPr>
            <a:spLocks noGrp="1"/>
          </p:cNvSpPr>
          <p:nvPr>
            <p:ph type="pic" idx="7"/>
          </p:nvPr>
        </p:nvSpPr>
        <p:spPr>
          <a:xfrm>
            <a:off x="6380919" y="3238500"/>
            <a:ext cx="608000" cy="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3"/>
          <p:cNvSpPr txBox="1">
            <a:spLocks noGrp="1"/>
          </p:cNvSpPr>
          <p:nvPr>
            <p:ph type="body" idx="8"/>
          </p:nvPr>
        </p:nvSpPr>
        <p:spPr>
          <a:xfrm>
            <a:off x="6380920" y="4191000"/>
            <a:ext cx="333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None/>
              <a:defRPr sz="2133">
                <a:solidFill>
                  <a:schemeClr val="lt1"/>
                </a:solidFill>
              </a:defRPr>
            </a:lvl1pPr>
            <a:lvl2pPr marL="1219170" lvl="1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2pPr>
            <a:lvl3pPr marL="1828754" lvl="2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•"/>
              <a:defRPr sz="2133">
                <a:solidFill>
                  <a:schemeClr val="lt1"/>
                </a:solidFill>
              </a:defRPr>
            </a:lvl3pPr>
            <a:lvl4pPr marL="2438339" lvl="3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–"/>
              <a:defRPr sz="2133">
                <a:solidFill>
                  <a:schemeClr val="lt1"/>
                </a:solidFill>
              </a:defRPr>
            </a:lvl4pPr>
            <a:lvl5pPr marL="3047924" lvl="4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1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2" name="Google Shape;242;p33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43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893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4 stacked, small title">
  <p:cSld name="Boxes, 4 stacked, small title">
    <p:bg>
      <p:bgPr>
        <a:solidFill>
          <a:schemeClr val="dk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>
            <a:spLocks noGrp="1"/>
          </p:cNvSpPr>
          <p:nvPr>
            <p:ph type="body" idx="1"/>
          </p:nvPr>
        </p:nvSpPr>
        <p:spPr>
          <a:xfrm>
            <a:off x="287999" y="288036"/>
            <a:ext cx="2477600" cy="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marL="1219170" lvl="1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2pPr>
            <a:lvl3pPr marL="1828754" lvl="2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2438339" lvl="3" indent="-36405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–"/>
              <a:defRPr/>
            </a:lvl4pPr>
            <a:lvl5pPr marL="3047924" lvl="4" indent="-364058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6" name="Google Shape;246;p34"/>
          <p:cNvSpPr txBox="1">
            <a:spLocks noGrp="1"/>
          </p:cNvSpPr>
          <p:nvPr>
            <p:ph type="title"/>
          </p:nvPr>
        </p:nvSpPr>
        <p:spPr>
          <a:xfrm>
            <a:off x="287999" y="841248"/>
            <a:ext cx="2857200" cy="1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BM Plex Sans Light"/>
              <a:buNone/>
              <a:defRPr sz="17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body" idx="2"/>
          </p:nvPr>
        </p:nvSpPr>
        <p:spPr>
          <a:xfrm>
            <a:off x="6381681" y="288036"/>
            <a:ext cx="2476000" cy="2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8" name="Google Shape;248;p34"/>
          <p:cNvSpPr txBox="1">
            <a:spLocks noGrp="1"/>
          </p:cNvSpPr>
          <p:nvPr>
            <p:ph type="body" idx="3"/>
          </p:nvPr>
        </p:nvSpPr>
        <p:spPr>
          <a:xfrm>
            <a:off x="9428523" y="288036"/>
            <a:ext cx="2479200" cy="2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9" name="Google Shape;249;p34"/>
          <p:cNvSpPr txBox="1">
            <a:spLocks noGrp="1"/>
          </p:cNvSpPr>
          <p:nvPr>
            <p:ph type="body" idx="4"/>
          </p:nvPr>
        </p:nvSpPr>
        <p:spPr>
          <a:xfrm>
            <a:off x="6380919" y="3333751"/>
            <a:ext cx="2476000" cy="2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0" name="Google Shape;250;p34"/>
          <p:cNvSpPr txBox="1">
            <a:spLocks noGrp="1"/>
          </p:cNvSpPr>
          <p:nvPr>
            <p:ph type="body" idx="5"/>
          </p:nvPr>
        </p:nvSpPr>
        <p:spPr>
          <a:xfrm>
            <a:off x="9428523" y="3333751"/>
            <a:ext cx="2476000" cy="2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1" name="Google Shape;251;p34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52" name="Google Shape;252;p34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784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4 horizontal, small title">
  <p:cSld name="Boxes, 4 horizontal, small title">
    <p:bg>
      <p:bgPr>
        <a:solidFill>
          <a:schemeClr val="dk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76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body" idx="1"/>
          </p:nvPr>
        </p:nvSpPr>
        <p:spPr>
          <a:xfrm>
            <a:off x="287999" y="3328416"/>
            <a:ext cx="2474400" cy="26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6" name="Google Shape;256;p35"/>
          <p:cNvSpPr txBox="1">
            <a:spLocks noGrp="1"/>
          </p:cNvSpPr>
          <p:nvPr>
            <p:ph type="body" idx="2"/>
          </p:nvPr>
        </p:nvSpPr>
        <p:spPr>
          <a:xfrm>
            <a:off x="3331187" y="3333751"/>
            <a:ext cx="2474400" cy="26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7" name="Google Shape;257;p35"/>
          <p:cNvSpPr txBox="1">
            <a:spLocks noGrp="1"/>
          </p:cNvSpPr>
          <p:nvPr>
            <p:ph type="body" idx="3"/>
          </p:nvPr>
        </p:nvSpPr>
        <p:spPr>
          <a:xfrm>
            <a:off x="6383049" y="3333751"/>
            <a:ext cx="2474400" cy="26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8" name="Google Shape;258;p35"/>
          <p:cNvSpPr txBox="1">
            <a:spLocks noGrp="1"/>
          </p:cNvSpPr>
          <p:nvPr>
            <p:ph type="body" idx="4"/>
          </p:nvPr>
        </p:nvSpPr>
        <p:spPr>
          <a:xfrm>
            <a:off x="9428523" y="3333751"/>
            <a:ext cx="2474400" cy="26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9" name="Google Shape;259;p35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60" name="Google Shape;260;p35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675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6 stacked">
  <p:cSld name="Boxes, 6 stacked">
    <p:bg>
      <p:bgPr>
        <a:solidFill>
          <a:schemeClr val="dk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3" name="Google Shape;263;p36"/>
          <p:cNvSpPr txBox="1">
            <a:spLocks noGrp="1"/>
          </p:cNvSpPr>
          <p:nvPr>
            <p:ph type="body" idx="1"/>
          </p:nvPr>
        </p:nvSpPr>
        <p:spPr>
          <a:xfrm>
            <a:off x="3332555" y="288036"/>
            <a:ext cx="2476000" cy="2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4" name="Google Shape;264;p36"/>
          <p:cNvSpPr txBox="1">
            <a:spLocks noGrp="1"/>
          </p:cNvSpPr>
          <p:nvPr>
            <p:ph type="body" idx="2"/>
          </p:nvPr>
        </p:nvSpPr>
        <p:spPr>
          <a:xfrm>
            <a:off x="6380919" y="288036"/>
            <a:ext cx="2476000" cy="2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5" name="Google Shape;265;p36"/>
          <p:cNvSpPr txBox="1">
            <a:spLocks noGrp="1"/>
          </p:cNvSpPr>
          <p:nvPr>
            <p:ph type="body" idx="3"/>
          </p:nvPr>
        </p:nvSpPr>
        <p:spPr>
          <a:xfrm>
            <a:off x="9428523" y="288036"/>
            <a:ext cx="2479200" cy="2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6" name="Google Shape;266;p36"/>
          <p:cNvSpPr txBox="1">
            <a:spLocks noGrp="1"/>
          </p:cNvSpPr>
          <p:nvPr>
            <p:ph type="body" idx="4"/>
          </p:nvPr>
        </p:nvSpPr>
        <p:spPr>
          <a:xfrm>
            <a:off x="3334141" y="3333751"/>
            <a:ext cx="2476000" cy="2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7" name="Google Shape;267;p36"/>
          <p:cNvSpPr txBox="1">
            <a:spLocks noGrp="1"/>
          </p:cNvSpPr>
          <p:nvPr>
            <p:ph type="body" idx="5"/>
          </p:nvPr>
        </p:nvSpPr>
        <p:spPr>
          <a:xfrm>
            <a:off x="6380919" y="3333751"/>
            <a:ext cx="2476000" cy="2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8" name="Google Shape;268;p36"/>
          <p:cNvSpPr txBox="1">
            <a:spLocks noGrp="1"/>
          </p:cNvSpPr>
          <p:nvPr>
            <p:ph type="body" idx="6"/>
          </p:nvPr>
        </p:nvSpPr>
        <p:spPr>
          <a:xfrm>
            <a:off x="9428523" y="3333751"/>
            <a:ext cx="2476000" cy="2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 b="0" i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9" name="Google Shape;269;p36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70" name="Google Shape;270;p36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1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6 stacked, icons">
  <p:cSld name="Boxes, 6 stacked, icons">
    <p:bg>
      <p:bgPr>
        <a:solidFill>
          <a:schemeClr val="dk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73" name="Google Shape;273;p37" descr="Vertical column divider"/>
          <p:cNvCxnSpPr/>
          <p:nvPr/>
        </p:nvCxnSpPr>
        <p:spPr>
          <a:xfrm>
            <a:off x="3047603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" name="Google Shape;274;p37" descr="Place icon here"/>
          <p:cNvSpPr>
            <a:spLocks noGrp="1"/>
          </p:cNvSpPr>
          <p:nvPr>
            <p:ph type="pic" idx="2"/>
          </p:nvPr>
        </p:nvSpPr>
        <p:spPr>
          <a:xfrm>
            <a:off x="3333316" y="288036"/>
            <a:ext cx="201200" cy="20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7"/>
          <p:cNvSpPr txBox="1">
            <a:spLocks noGrp="1"/>
          </p:cNvSpPr>
          <p:nvPr>
            <p:ph type="body" idx="1"/>
          </p:nvPr>
        </p:nvSpPr>
        <p:spPr>
          <a:xfrm>
            <a:off x="3333316" y="666751"/>
            <a:ext cx="2475200" cy="1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6" name="Google Shape;276;p37" descr="Vertical column divider"/>
          <p:cNvCxnSpPr/>
          <p:nvPr/>
        </p:nvCxnSpPr>
        <p:spPr>
          <a:xfrm>
            <a:off x="6093683" y="283464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37" descr="Place icon here"/>
          <p:cNvSpPr>
            <a:spLocks noGrp="1"/>
          </p:cNvSpPr>
          <p:nvPr>
            <p:ph type="pic" idx="3"/>
          </p:nvPr>
        </p:nvSpPr>
        <p:spPr>
          <a:xfrm>
            <a:off x="6380920" y="288036"/>
            <a:ext cx="201200" cy="20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7"/>
          <p:cNvSpPr txBox="1">
            <a:spLocks noGrp="1"/>
          </p:cNvSpPr>
          <p:nvPr>
            <p:ph type="body" idx="4"/>
          </p:nvPr>
        </p:nvSpPr>
        <p:spPr>
          <a:xfrm>
            <a:off x="6380920" y="666751"/>
            <a:ext cx="2476000" cy="1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9" name="Google Shape;279;p37" descr="Vertical column divider"/>
          <p:cNvCxnSpPr/>
          <p:nvPr/>
        </p:nvCxnSpPr>
        <p:spPr>
          <a:xfrm>
            <a:off x="9142809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0" name="Google Shape;280;p37" descr="Place icon here"/>
          <p:cNvSpPr>
            <a:spLocks noGrp="1"/>
          </p:cNvSpPr>
          <p:nvPr>
            <p:ph type="pic" idx="5"/>
          </p:nvPr>
        </p:nvSpPr>
        <p:spPr>
          <a:xfrm>
            <a:off x="9428523" y="288036"/>
            <a:ext cx="201200" cy="2016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7"/>
          <p:cNvSpPr txBox="1">
            <a:spLocks noGrp="1"/>
          </p:cNvSpPr>
          <p:nvPr>
            <p:ph type="body" idx="6"/>
          </p:nvPr>
        </p:nvSpPr>
        <p:spPr>
          <a:xfrm>
            <a:off x="9428523" y="666751"/>
            <a:ext cx="2476000" cy="1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82" name="Google Shape;282;p37" descr="Horizontal row divider"/>
          <p:cNvCxnSpPr/>
          <p:nvPr/>
        </p:nvCxnSpPr>
        <p:spPr>
          <a:xfrm>
            <a:off x="3047603" y="3048000"/>
            <a:ext cx="88604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" name="Google Shape;283;p37" descr="Place icon here"/>
          <p:cNvSpPr>
            <a:spLocks noGrp="1"/>
          </p:cNvSpPr>
          <p:nvPr>
            <p:ph type="pic" idx="7"/>
          </p:nvPr>
        </p:nvSpPr>
        <p:spPr>
          <a:xfrm>
            <a:off x="3333316" y="3347316"/>
            <a:ext cx="201200" cy="2016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7"/>
          <p:cNvSpPr txBox="1">
            <a:spLocks noGrp="1"/>
          </p:cNvSpPr>
          <p:nvPr>
            <p:ph type="body" idx="8"/>
          </p:nvPr>
        </p:nvSpPr>
        <p:spPr>
          <a:xfrm>
            <a:off x="3333316" y="3714751"/>
            <a:ext cx="2475200" cy="1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5" name="Google Shape;285;p37" descr="Place icon here"/>
          <p:cNvSpPr>
            <a:spLocks noGrp="1"/>
          </p:cNvSpPr>
          <p:nvPr>
            <p:ph type="pic" idx="9"/>
          </p:nvPr>
        </p:nvSpPr>
        <p:spPr>
          <a:xfrm>
            <a:off x="6380920" y="3347316"/>
            <a:ext cx="201200" cy="201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7"/>
          <p:cNvSpPr txBox="1">
            <a:spLocks noGrp="1"/>
          </p:cNvSpPr>
          <p:nvPr>
            <p:ph type="body" idx="13"/>
          </p:nvPr>
        </p:nvSpPr>
        <p:spPr>
          <a:xfrm>
            <a:off x="6380920" y="3714751"/>
            <a:ext cx="2475200" cy="18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7" name="Google Shape;287;p37" descr="Place icon here"/>
          <p:cNvSpPr>
            <a:spLocks noGrp="1"/>
          </p:cNvSpPr>
          <p:nvPr>
            <p:ph type="pic" idx="14"/>
          </p:nvPr>
        </p:nvSpPr>
        <p:spPr>
          <a:xfrm>
            <a:off x="9428523" y="3347316"/>
            <a:ext cx="201200" cy="201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7"/>
          <p:cNvSpPr txBox="1">
            <a:spLocks noGrp="1"/>
          </p:cNvSpPr>
          <p:nvPr>
            <p:ph type="body" idx="15"/>
          </p:nvPr>
        </p:nvSpPr>
        <p:spPr>
          <a:xfrm>
            <a:off x="9428523" y="3714751"/>
            <a:ext cx="2476000" cy="1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None/>
              <a:defRPr sz="1200">
                <a:solidFill>
                  <a:schemeClr val="lt1"/>
                </a:solidFill>
              </a:defRPr>
            </a:lvl1pPr>
            <a:lvl2pPr marL="1219170" lvl="1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2pPr>
            <a:lvl3pPr marL="1828754" lvl="2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•"/>
              <a:defRPr sz="1200">
                <a:solidFill>
                  <a:schemeClr val="lt1"/>
                </a:solidFill>
              </a:defRPr>
            </a:lvl3pPr>
            <a:lvl4pPr marL="2438339" lvl="3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BM Plex Sans Light"/>
              <a:buChar char="–"/>
              <a:defRPr sz="1200">
                <a:solidFill>
                  <a:schemeClr val="lt1"/>
                </a:solidFill>
              </a:defRPr>
            </a:lvl4pPr>
            <a:lvl5pPr marL="3047924" lvl="4" indent="-38099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1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9" name="Google Shape;289;p37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290" name="Google Shape;290;p37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176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6 stacked, alternate, large title">
  <p:cSld name="Boxes, 6 stacked, alternate, large title">
    <p:bg>
      <p:bgPr>
        <a:solidFill>
          <a:schemeClr val="dk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5192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7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93" name="Google Shape;293;p38" descr="Vertical column divider"/>
          <p:cNvCxnSpPr/>
          <p:nvPr/>
        </p:nvCxnSpPr>
        <p:spPr>
          <a:xfrm>
            <a:off x="6093683" y="283464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4" name="Google Shape;294;p38"/>
          <p:cNvSpPr txBox="1">
            <a:spLocks noGrp="1"/>
          </p:cNvSpPr>
          <p:nvPr>
            <p:ph type="body" idx="1"/>
          </p:nvPr>
        </p:nvSpPr>
        <p:spPr>
          <a:xfrm>
            <a:off x="6380919" y="288036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95" name="Google Shape;295;p38" descr="Vertical column divider"/>
          <p:cNvCxnSpPr/>
          <p:nvPr/>
        </p:nvCxnSpPr>
        <p:spPr>
          <a:xfrm>
            <a:off x="9142809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6" name="Google Shape;296;p38"/>
          <p:cNvSpPr txBox="1">
            <a:spLocks noGrp="1"/>
          </p:cNvSpPr>
          <p:nvPr>
            <p:ph type="body" idx="2"/>
          </p:nvPr>
        </p:nvSpPr>
        <p:spPr>
          <a:xfrm>
            <a:off x="9430109" y="288036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97" name="Google Shape;297;p38" descr="Horizontal row divider"/>
          <p:cNvCxnSpPr/>
          <p:nvPr/>
        </p:nvCxnSpPr>
        <p:spPr>
          <a:xfrm>
            <a:off x="287300" y="3048000"/>
            <a:ext cx="116204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" name="Google Shape;298;p38"/>
          <p:cNvSpPr txBox="1">
            <a:spLocks noGrp="1"/>
          </p:cNvSpPr>
          <p:nvPr>
            <p:ph type="body" idx="3"/>
          </p:nvPr>
        </p:nvSpPr>
        <p:spPr>
          <a:xfrm>
            <a:off x="287999" y="3332988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99" name="Google Shape;299;p38" descr="Vertical column divider"/>
          <p:cNvCxnSpPr/>
          <p:nvPr/>
        </p:nvCxnSpPr>
        <p:spPr>
          <a:xfrm>
            <a:off x="3047603" y="3048000"/>
            <a:ext cx="0" cy="29528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p38"/>
          <p:cNvSpPr txBox="1">
            <a:spLocks noGrp="1"/>
          </p:cNvSpPr>
          <p:nvPr>
            <p:ph type="body" idx="4"/>
          </p:nvPr>
        </p:nvSpPr>
        <p:spPr>
          <a:xfrm>
            <a:off x="3333316" y="3333751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1" name="Google Shape;301;p38"/>
          <p:cNvSpPr txBox="1">
            <a:spLocks noGrp="1"/>
          </p:cNvSpPr>
          <p:nvPr>
            <p:ph type="body" idx="5"/>
          </p:nvPr>
        </p:nvSpPr>
        <p:spPr>
          <a:xfrm>
            <a:off x="6380919" y="3333751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2" name="Google Shape;302;p38"/>
          <p:cNvSpPr txBox="1">
            <a:spLocks noGrp="1"/>
          </p:cNvSpPr>
          <p:nvPr>
            <p:ph type="body" idx="6"/>
          </p:nvPr>
        </p:nvSpPr>
        <p:spPr>
          <a:xfrm>
            <a:off x="9430109" y="3333751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304" name="Google Shape;304;p38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661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, 6 stacked, alternate, small title">
  <p:cSld name="Boxes, 6 stacked, alternate, small title">
    <p:bg>
      <p:bgPr>
        <a:solidFill>
          <a:schemeClr val="dk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BM Plex Sans Light"/>
              <a:buNone/>
              <a:defRPr sz="17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07" name="Google Shape;307;p39" descr="Vertical column divider"/>
          <p:cNvCxnSpPr/>
          <p:nvPr/>
        </p:nvCxnSpPr>
        <p:spPr>
          <a:xfrm>
            <a:off x="6093683" y="283464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8" name="Google Shape;308;p39"/>
          <p:cNvSpPr txBox="1">
            <a:spLocks noGrp="1"/>
          </p:cNvSpPr>
          <p:nvPr>
            <p:ph type="body" idx="1"/>
          </p:nvPr>
        </p:nvSpPr>
        <p:spPr>
          <a:xfrm>
            <a:off x="6380919" y="288036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09" name="Google Shape;309;p39" descr="Vertical column divider"/>
          <p:cNvCxnSpPr/>
          <p:nvPr/>
        </p:nvCxnSpPr>
        <p:spPr>
          <a:xfrm>
            <a:off x="9142809" y="284956"/>
            <a:ext cx="0" cy="57156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0" name="Google Shape;310;p39"/>
          <p:cNvSpPr txBox="1">
            <a:spLocks noGrp="1"/>
          </p:cNvSpPr>
          <p:nvPr>
            <p:ph type="body" idx="2"/>
          </p:nvPr>
        </p:nvSpPr>
        <p:spPr>
          <a:xfrm>
            <a:off x="9430109" y="288036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1" name="Google Shape;311;p39" descr="Horizontal row divider"/>
          <p:cNvCxnSpPr/>
          <p:nvPr/>
        </p:nvCxnSpPr>
        <p:spPr>
          <a:xfrm>
            <a:off x="287300" y="3048000"/>
            <a:ext cx="116204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2" name="Google Shape;312;p39"/>
          <p:cNvSpPr txBox="1">
            <a:spLocks noGrp="1"/>
          </p:cNvSpPr>
          <p:nvPr>
            <p:ph type="body" idx="3"/>
          </p:nvPr>
        </p:nvSpPr>
        <p:spPr>
          <a:xfrm>
            <a:off x="290043" y="3333751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3" name="Google Shape;313;p39" descr="Vertical column divider"/>
          <p:cNvCxnSpPr/>
          <p:nvPr/>
        </p:nvCxnSpPr>
        <p:spPr>
          <a:xfrm>
            <a:off x="3047603" y="3048000"/>
            <a:ext cx="0" cy="29528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4" name="Google Shape;314;p39"/>
          <p:cNvSpPr txBox="1">
            <a:spLocks noGrp="1"/>
          </p:cNvSpPr>
          <p:nvPr>
            <p:ph type="body" idx="4"/>
          </p:nvPr>
        </p:nvSpPr>
        <p:spPr>
          <a:xfrm>
            <a:off x="3333316" y="3333751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5" name="Google Shape;315;p39"/>
          <p:cNvSpPr txBox="1">
            <a:spLocks noGrp="1"/>
          </p:cNvSpPr>
          <p:nvPr>
            <p:ph type="body" idx="5"/>
          </p:nvPr>
        </p:nvSpPr>
        <p:spPr>
          <a:xfrm>
            <a:off x="6380919" y="3333751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6" name="Google Shape;316;p39"/>
          <p:cNvSpPr txBox="1">
            <a:spLocks noGrp="1"/>
          </p:cNvSpPr>
          <p:nvPr>
            <p:ph type="body" idx="6"/>
          </p:nvPr>
        </p:nvSpPr>
        <p:spPr>
          <a:xfrm>
            <a:off x="9430109" y="3333751"/>
            <a:ext cx="2476000" cy="2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7" name="Google Shape;317;p39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318" name="Google Shape;318;p39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671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or imagery, 3/4, bleed">
  <p:cSld name="Video or imagery, 3/4, bleed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0"/>
          <p:cNvSpPr txBox="1">
            <a:spLocks noGrp="1"/>
          </p:cNvSpPr>
          <p:nvPr>
            <p:ph type="body" idx="1"/>
          </p:nvPr>
        </p:nvSpPr>
        <p:spPr>
          <a:xfrm>
            <a:off x="287999" y="1714500"/>
            <a:ext cx="24776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2" name="Google Shape;322;p40" descr="Place imagery here"/>
          <p:cNvSpPr>
            <a:spLocks noGrp="1"/>
          </p:cNvSpPr>
          <p:nvPr>
            <p:ph type="pic" idx="2"/>
          </p:nvPr>
        </p:nvSpPr>
        <p:spPr>
          <a:xfrm>
            <a:off x="3047603" y="0"/>
            <a:ext cx="9144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11776447" y="6448514"/>
            <a:ext cx="128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141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or imagery, 3/4, inset">
  <p:cSld name="Video or imagery, 3/4, inset">
    <p:bg>
      <p:bgPr>
        <a:solidFill>
          <a:schemeClr val="dk1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7" name="Google Shape;327;p41"/>
          <p:cNvSpPr txBox="1">
            <a:spLocks noGrp="1"/>
          </p:cNvSpPr>
          <p:nvPr>
            <p:ph type="body" idx="1"/>
          </p:nvPr>
        </p:nvSpPr>
        <p:spPr>
          <a:xfrm>
            <a:off x="287999" y="1714500"/>
            <a:ext cx="24776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8" name="Google Shape;328;p41" descr="Place imagery here"/>
          <p:cNvSpPr>
            <a:spLocks noGrp="1"/>
          </p:cNvSpPr>
          <p:nvPr>
            <p:ph type="pic" idx="2"/>
          </p:nvPr>
        </p:nvSpPr>
        <p:spPr>
          <a:xfrm>
            <a:off x="3333316" y="282576"/>
            <a:ext cx="8574400" cy="628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29" name="Google Shape;329;p41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679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or imagery, bleed">
  <p:cSld name="Video or imagery, bleed">
    <p:bg>
      <p:bgPr>
        <a:solidFill>
          <a:schemeClr val="dk1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" descr="Place imagery here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32" name="Google Shape;332;p42"/>
          <p:cNvSpPr txBox="1">
            <a:spLocks noGrp="1"/>
          </p:cNvSpPr>
          <p:nvPr>
            <p:ph type="sldNum" idx="12"/>
          </p:nvPr>
        </p:nvSpPr>
        <p:spPr>
          <a:xfrm>
            <a:off x="11776447" y="6448514"/>
            <a:ext cx="128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321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or imagery, inset">
  <p:cSld name="Video or imagery, inset">
    <p:bg>
      <p:bgPr>
        <a:solidFill>
          <a:schemeClr val="dk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 descr="Place imagery here"/>
          <p:cNvSpPr>
            <a:spLocks noGrp="1"/>
          </p:cNvSpPr>
          <p:nvPr>
            <p:ph type="pic" idx="2"/>
          </p:nvPr>
        </p:nvSpPr>
        <p:spPr>
          <a:xfrm>
            <a:off x="284125" y="284956"/>
            <a:ext cx="11620400" cy="62904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62827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s, profiles, contributors">
  <p:cSld name="Contacts, profiles, contributors">
    <p:bg>
      <p:bgPr>
        <a:solidFill>
          <a:schemeClr val="dk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7" name="Google Shape;337;p44" descr="Place bio portrait here"/>
          <p:cNvSpPr>
            <a:spLocks noGrp="1"/>
          </p:cNvSpPr>
          <p:nvPr>
            <p:ph type="pic" idx="2"/>
          </p:nvPr>
        </p:nvSpPr>
        <p:spPr>
          <a:xfrm>
            <a:off x="287999" y="1333500"/>
            <a:ext cx="1236400" cy="123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38" name="Google Shape;338;p44"/>
          <p:cNvSpPr txBox="1">
            <a:spLocks noGrp="1"/>
          </p:cNvSpPr>
          <p:nvPr>
            <p:ph type="body" idx="1"/>
          </p:nvPr>
        </p:nvSpPr>
        <p:spPr>
          <a:xfrm>
            <a:off x="1714277" y="1333500"/>
            <a:ext cx="2854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9" name="Google Shape;339;p44" descr="Place bio portrait here"/>
          <p:cNvSpPr>
            <a:spLocks noGrp="1"/>
          </p:cNvSpPr>
          <p:nvPr>
            <p:ph type="pic" idx="3"/>
          </p:nvPr>
        </p:nvSpPr>
        <p:spPr>
          <a:xfrm>
            <a:off x="287999" y="3060700"/>
            <a:ext cx="1236400" cy="123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40" name="Google Shape;340;p44"/>
          <p:cNvSpPr txBox="1">
            <a:spLocks noGrp="1"/>
          </p:cNvSpPr>
          <p:nvPr>
            <p:ph type="body" idx="4"/>
          </p:nvPr>
        </p:nvSpPr>
        <p:spPr>
          <a:xfrm>
            <a:off x="1714277" y="3060700"/>
            <a:ext cx="2854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1" name="Google Shape;341;p44" descr="Place bio portrait here"/>
          <p:cNvSpPr>
            <a:spLocks noGrp="1"/>
          </p:cNvSpPr>
          <p:nvPr>
            <p:ph type="pic" idx="5"/>
          </p:nvPr>
        </p:nvSpPr>
        <p:spPr>
          <a:xfrm>
            <a:off x="287999" y="4762500"/>
            <a:ext cx="1236400" cy="123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42" name="Google Shape;342;p44"/>
          <p:cNvSpPr txBox="1">
            <a:spLocks noGrp="1"/>
          </p:cNvSpPr>
          <p:nvPr>
            <p:ph type="body" idx="6"/>
          </p:nvPr>
        </p:nvSpPr>
        <p:spPr>
          <a:xfrm>
            <a:off x="1714277" y="4762500"/>
            <a:ext cx="2854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3" name="Google Shape;343;p44" descr="Place bio portrait here"/>
          <p:cNvSpPr>
            <a:spLocks noGrp="1"/>
          </p:cNvSpPr>
          <p:nvPr>
            <p:ph type="pic" idx="7"/>
          </p:nvPr>
        </p:nvSpPr>
        <p:spPr>
          <a:xfrm>
            <a:off x="6377744" y="1333500"/>
            <a:ext cx="1236400" cy="123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44" name="Google Shape;344;p44"/>
          <p:cNvSpPr txBox="1">
            <a:spLocks noGrp="1"/>
          </p:cNvSpPr>
          <p:nvPr>
            <p:ph type="body" idx="8"/>
          </p:nvPr>
        </p:nvSpPr>
        <p:spPr>
          <a:xfrm>
            <a:off x="7807896" y="1333500"/>
            <a:ext cx="2854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5" name="Google Shape;345;p44" descr="Place bio portrait here"/>
          <p:cNvSpPr>
            <a:spLocks noGrp="1"/>
          </p:cNvSpPr>
          <p:nvPr>
            <p:ph type="pic" idx="9"/>
          </p:nvPr>
        </p:nvSpPr>
        <p:spPr>
          <a:xfrm>
            <a:off x="6377744" y="3060700"/>
            <a:ext cx="1236400" cy="123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46" name="Google Shape;346;p44"/>
          <p:cNvSpPr txBox="1">
            <a:spLocks noGrp="1"/>
          </p:cNvSpPr>
          <p:nvPr>
            <p:ph type="body" idx="13"/>
          </p:nvPr>
        </p:nvSpPr>
        <p:spPr>
          <a:xfrm>
            <a:off x="7807896" y="3060700"/>
            <a:ext cx="2854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7" name="Google Shape;347;p44" descr="Place bio portrait here"/>
          <p:cNvSpPr>
            <a:spLocks noGrp="1"/>
          </p:cNvSpPr>
          <p:nvPr>
            <p:ph type="pic" idx="14"/>
          </p:nvPr>
        </p:nvSpPr>
        <p:spPr>
          <a:xfrm>
            <a:off x="6377744" y="4762500"/>
            <a:ext cx="1236400" cy="123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48" name="Google Shape;348;p44"/>
          <p:cNvSpPr txBox="1">
            <a:spLocks noGrp="1"/>
          </p:cNvSpPr>
          <p:nvPr>
            <p:ph type="body" idx="15"/>
          </p:nvPr>
        </p:nvSpPr>
        <p:spPr>
          <a:xfrm>
            <a:off x="7807896" y="4762500"/>
            <a:ext cx="2854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None/>
              <a:defRPr sz="1333">
                <a:solidFill>
                  <a:schemeClr val="lt1"/>
                </a:solidFill>
              </a:defRPr>
            </a:lvl1pPr>
            <a:lvl2pPr marL="1219170" lvl="1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2pPr>
            <a:lvl3pPr marL="1828754" lvl="2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•"/>
              <a:defRPr sz="1333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Light"/>
              <a:buChar char="–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333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9" name="Google Shape;349;p44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350" name="Google Shape;350;p44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131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dk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2474400" cy="2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BM Plex Sans Light"/>
              <a:buNone/>
              <a:defRPr sz="1333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3" name="Google Shape;353;p45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354" name="Google Shape;354;p45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792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gal disclaimer, one column">
  <p:cSld name="Legal disclaimer, one column">
    <p:bg>
      <p:bgPr>
        <a:solidFill>
          <a:schemeClr val="dk1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"/>
          <p:cNvSpPr txBox="1">
            <a:spLocks noGrp="1"/>
          </p:cNvSpPr>
          <p:nvPr>
            <p:ph type="body" idx="1"/>
          </p:nvPr>
        </p:nvSpPr>
        <p:spPr>
          <a:xfrm>
            <a:off x="287999" y="192024"/>
            <a:ext cx="24776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marL="1219170" lvl="1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–"/>
              <a:defRPr sz="3200">
                <a:solidFill>
                  <a:schemeClr val="lt1"/>
                </a:solidFill>
              </a:defRPr>
            </a:lvl2pPr>
            <a:lvl3pPr marL="1828754" lvl="2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•"/>
              <a:defRPr sz="3200">
                <a:solidFill>
                  <a:schemeClr val="lt1"/>
                </a:solidFill>
              </a:defRPr>
            </a:lvl3pPr>
            <a:lvl4pPr marL="2438339" lvl="3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–"/>
              <a:defRPr sz="3200">
                <a:solidFill>
                  <a:schemeClr val="lt1"/>
                </a:solidFill>
              </a:defRPr>
            </a:lvl4pPr>
            <a:lvl5pPr marL="3047924" lvl="4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3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7" name="Google Shape;357;p46"/>
          <p:cNvSpPr txBox="1">
            <a:spLocks noGrp="1"/>
          </p:cNvSpPr>
          <p:nvPr>
            <p:ph type="body" idx="2"/>
          </p:nvPr>
        </p:nvSpPr>
        <p:spPr>
          <a:xfrm>
            <a:off x="9428523" y="284956"/>
            <a:ext cx="24760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None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8" name="Google Shape;358;p46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359" name="Google Shape;359;p46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937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gal disclaimer, two columns">
  <p:cSld name="Legal disclaimer, two columns">
    <p:bg>
      <p:bgPr>
        <a:solidFill>
          <a:schemeClr val="dk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body" idx="1"/>
          </p:nvPr>
        </p:nvSpPr>
        <p:spPr>
          <a:xfrm>
            <a:off x="287999" y="192024"/>
            <a:ext cx="2477600" cy="1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3200">
                <a:solidFill>
                  <a:schemeClr val="lt2"/>
                </a:solidFill>
              </a:defRPr>
            </a:lvl1pPr>
            <a:lvl2pPr marL="1219170" lvl="1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–"/>
              <a:defRPr sz="3200">
                <a:solidFill>
                  <a:schemeClr val="lt1"/>
                </a:solidFill>
              </a:defRPr>
            </a:lvl2pPr>
            <a:lvl3pPr marL="1828754" lvl="2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•"/>
              <a:defRPr sz="3200">
                <a:solidFill>
                  <a:schemeClr val="lt1"/>
                </a:solidFill>
              </a:defRPr>
            </a:lvl3pPr>
            <a:lvl4pPr marL="2438339" lvl="3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–"/>
              <a:defRPr sz="3200">
                <a:solidFill>
                  <a:schemeClr val="lt1"/>
                </a:solidFill>
              </a:defRPr>
            </a:lvl4pPr>
            <a:lvl5pPr marL="3047924" lvl="4" indent="-5079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3200">
                <a:solidFill>
                  <a:schemeClr val="lt1"/>
                </a:solidFill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2"/>
          </p:nvPr>
        </p:nvSpPr>
        <p:spPr>
          <a:xfrm>
            <a:off x="6380919" y="284956"/>
            <a:ext cx="24760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None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3" name="Google Shape;363;p47"/>
          <p:cNvSpPr txBox="1">
            <a:spLocks noGrp="1"/>
          </p:cNvSpPr>
          <p:nvPr>
            <p:ph type="body" idx="3"/>
          </p:nvPr>
        </p:nvSpPr>
        <p:spPr>
          <a:xfrm>
            <a:off x="9428523" y="284956"/>
            <a:ext cx="2476000" cy="5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None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1219170" lvl="1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828754" lvl="2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2438339" lvl="3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BM Plex Sans"/>
              <a:buChar char="–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3047924" lvl="4" indent="-35559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•"/>
              <a:defRPr sz="800" b="0" i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657509" lvl="5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6pPr>
            <a:lvl7pPr marL="4267093" lvl="6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7pPr>
            <a:lvl8pPr marL="4876678" lvl="7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8pPr>
            <a:lvl9pPr marL="5486263" lvl="8" indent="-364058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>
                <a:srgbClr val="000000"/>
              </a:buClr>
              <a:buSzPts val="7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4" name="Google Shape;364;p47"/>
          <p:cNvSpPr txBox="1">
            <a:spLocks noGrp="1"/>
          </p:cNvSpPr>
          <p:nvPr>
            <p:ph type="ftr" idx="11"/>
          </p:nvPr>
        </p:nvSpPr>
        <p:spPr>
          <a:xfrm>
            <a:off x="290475" y="6402388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 lang="en-US"/>
          </a:p>
        </p:txBody>
      </p:sp>
      <p:sp>
        <p:nvSpPr>
          <p:cNvPr id="365" name="Google Shape;365;p47"/>
          <p:cNvSpPr txBox="1">
            <a:spLocks noGrp="1"/>
          </p:cNvSpPr>
          <p:nvPr>
            <p:ph type="sldNum" idx="12"/>
          </p:nvPr>
        </p:nvSpPr>
        <p:spPr>
          <a:xfrm>
            <a:off x="11769264" y="6469465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508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0298-67EA-9780-3E12-C50A90AD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BB8B6-BD79-4101-D706-D1EB143B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EDBF6-0FD5-184A-5B86-968CA22B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7E898E-A4A2-4B29-8939-95B7B8B630C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C08EE-3512-573F-F425-8D9F42DA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2AD1-C508-312A-FCB4-D03DB417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7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11769264" y="6469597"/>
            <a:ext cx="13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436BF28C-8399-4C4B-B1FD-8B69F87CC58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Light"/>
              <a:buNone/>
              <a:defRPr sz="24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600" cy="4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None/>
              <a:defRPr sz="1300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marR="0" lvl="1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 sz="1300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marR="0" lvl="2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•"/>
              <a:defRPr sz="1300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marR="0" lvl="3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 Light"/>
              <a:buChar char="–"/>
              <a:defRPr sz="1300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marR="0" lvl="4" indent="-311150" algn="l" rtl="0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BM Plex Sans Light"/>
              <a:buChar char="»"/>
              <a:defRPr sz="13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BM Plex Sans Light"/>
              <a:buChar char="»"/>
              <a:defRPr sz="13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BM Plex Sans Light"/>
              <a:buChar char="»"/>
              <a:defRPr sz="13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BM Plex Sans Light"/>
              <a:buChar char="»"/>
              <a:defRPr sz="130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84125" y="6402117"/>
            <a:ext cx="24776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733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733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733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733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733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733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733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733" b="0"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305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  <p:sldLayoutId id="2147483781" r:id="rId28"/>
    <p:sldLayoutId id="2147483782" r:id="rId29"/>
    <p:sldLayoutId id="2147483783" r:id="rId30"/>
    <p:sldLayoutId id="2147483784" r:id="rId31"/>
    <p:sldLayoutId id="2147483785" r:id="rId32"/>
    <p:sldLayoutId id="2147483786" r:id="rId33"/>
    <p:sldLayoutId id="2147483787" r:id="rId34"/>
    <p:sldLayoutId id="2147483788" r:id="rId35"/>
    <p:sldLayoutId id="2147483789" r:id="rId36"/>
    <p:sldLayoutId id="2147483790" r:id="rId37"/>
    <p:sldLayoutId id="2147483791" r:id="rId38"/>
    <p:sldLayoutId id="2147483792" r:id="rId39"/>
    <p:sldLayoutId id="2147483793" r:id="rId40"/>
    <p:sldLayoutId id="2147483794" r:id="rId41"/>
    <p:sldLayoutId id="2147483795" r:id="rId42"/>
    <p:sldLayoutId id="2147483796" r:id="rId43"/>
    <p:sldLayoutId id="2147483797" r:id="rId44"/>
    <p:sldLayoutId id="2147483798" r:id="rId45"/>
    <p:sldLayoutId id="2147483799" r:id="rId46"/>
    <p:sldLayoutId id="2147483800" r:id="rId4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0F62FE"/>
          </p15:clr>
        </p15:guide>
        <p15:guide id="2" pos="136">
          <p15:clr>
            <a:srgbClr val="EE5396"/>
          </p15:clr>
        </p15:guide>
        <p15:guide id="3" pos="1440">
          <p15:clr>
            <a:srgbClr val="0F62FE"/>
          </p15:clr>
        </p15:guide>
        <p15:guide id="4" pos="718">
          <p15:clr>
            <a:srgbClr val="EE5396"/>
          </p15:clr>
        </p15:guide>
        <p15:guide id="5" pos="2158">
          <p15:clr>
            <a:srgbClr val="EE5396"/>
          </p15:clr>
        </p15:guide>
        <p15:guide id="6" pos="2744">
          <p15:clr>
            <a:srgbClr val="EE5396"/>
          </p15:clr>
        </p15:guide>
        <p15:guide id="7" pos="3015">
          <p15:clr>
            <a:srgbClr val="EE5396"/>
          </p15:clr>
        </p15:guide>
        <p15:guide id="8" pos="1575">
          <p15:clr>
            <a:srgbClr val="EE5396"/>
          </p15:clr>
        </p15:guide>
        <p15:guide id="9" pos="1305">
          <p15:clr>
            <a:srgbClr val="EE5396"/>
          </p15:clr>
        </p15:guide>
        <p15:guide id="10" pos="3597">
          <p15:clr>
            <a:srgbClr val="EE5396"/>
          </p15:clr>
        </p15:guide>
        <p15:guide id="11" pos="4184">
          <p15:clr>
            <a:srgbClr val="EE5396"/>
          </p15:clr>
        </p15:guide>
        <p15:guide id="12" pos="4454">
          <p15:clr>
            <a:srgbClr val="EE5396"/>
          </p15:clr>
        </p15:guide>
        <p15:guide id="13" pos="5039">
          <p15:clr>
            <a:srgbClr val="EE5396"/>
          </p15:clr>
        </p15:guide>
        <p15:guide id="14" pos="5622">
          <p15:clr>
            <a:srgbClr val="EE5396"/>
          </p15:clr>
        </p15:guide>
        <p15:guide id="15" orient="horz" pos="810">
          <p15:clr>
            <a:srgbClr val="0F62FE"/>
          </p15:clr>
        </p15:guide>
        <p15:guide id="16" orient="horz" pos="1215">
          <p15:clr>
            <a:srgbClr val="EE5396"/>
          </p15:clr>
        </p15:guide>
        <p15:guide id="17" orient="horz" pos="405">
          <p15:clr>
            <a:srgbClr val="EE5396"/>
          </p15:clr>
        </p15:guide>
        <p15:guide id="18" orient="horz" pos="137">
          <p15:clr>
            <a:srgbClr val="EE5396"/>
          </p15:clr>
        </p15:guide>
        <p15:guide id="19" orient="horz" pos="2025">
          <p15:clr>
            <a:srgbClr val="EE5396"/>
          </p15:clr>
        </p15:guide>
        <p15:guide id="20" orient="horz" pos="2834">
          <p15:clr>
            <a:srgbClr val="EE5396"/>
          </p15:clr>
        </p15:guide>
        <p15:guide id="21" orient="horz" pos="3102">
          <p15:clr>
            <a:srgbClr val="EE5396"/>
          </p15:clr>
        </p15:guide>
        <p15:guide id="22" pos="2880">
          <p15:clr>
            <a:srgbClr val="0F62FE"/>
          </p15:clr>
        </p15:guide>
        <p15:guide id="23" pos="4319">
          <p15:clr>
            <a:srgbClr val="0F62FE"/>
          </p15:clr>
        </p15:guide>
        <p15:guide id="24" orient="horz" pos="243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8324-72A2-9F91-068F-5124D6DE2E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Neutral Atom Qubits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08637-720D-3300-C1C2-BADFFF8B5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825" y="3429000"/>
            <a:ext cx="10775000" cy="577200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Jeremy Chen</a:t>
            </a:r>
          </a:p>
        </p:txBody>
      </p:sp>
    </p:spTree>
    <p:extLst>
      <p:ext uri="{BB962C8B-B14F-4D97-AF65-F5344CB8AC3E}">
        <p14:creationId xmlns:p14="http://schemas.microsoft.com/office/powerpoint/2010/main" val="259725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DD24-512F-4C59-4E37-566EDDED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293600" cy="559752"/>
          </a:xfrm>
        </p:spPr>
        <p:txBody>
          <a:bodyPr/>
          <a:lstStyle/>
          <a:p>
            <a:r>
              <a:rPr lang="en-US" sz="4800" dirty="0">
                <a:solidFill>
                  <a:schemeClr val="accent2"/>
                </a:solidFill>
              </a:rPr>
              <a:t>A Quick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6EDE-056B-6ED8-491F-849DDA1FC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98" y="1019768"/>
            <a:ext cx="6194283" cy="5550196"/>
          </a:xfrm>
        </p:spPr>
        <p:txBody>
          <a:bodyPr/>
          <a:lstStyle/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Neutral atom computing came about due to innovations in optical tweezer technology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Much of the appeal of neutral atoms is from “laser-cooled” atoms, which allow singular atoms to be precisely manipulated </a:t>
            </a:r>
            <a:r>
              <a:rPr lang="en-US" sz="2400" dirty="0" err="1">
                <a:solidFill>
                  <a:schemeClr val="tx1"/>
                </a:solidFill>
              </a:rPr>
              <a:t>en</a:t>
            </a:r>
            <a:r>
              <a:rPr lang="en-US" sz="2400" dirty="0">
                <a:solidFill>
                  <a:schemeClr val="tx1"/>
                </a:solidFill>
              </a:rPr>
              <a:t>-masse</a:t>
            </a:r>
          </a:p>
          <a:p>
            <a:pPr marL="685800" lvl="1" indent="0">
              <a:buClr>
                <a:schemeClr val="tx1"/>
              </a:buClr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The atoms used are called “Rydberg atoms”, which are atoms with high quantum number electrons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The distance of the electrons from the nucleus gives it more “sensitivity” to electromagnetic fields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DCA9E-3BB1-4287-8DFA-00C115142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589" y="1626350"/>
            <a:ext cx="5497411" cy="1583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6650BF-495F-7100-D9E5-89C446D78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589" y="3537521"/>
            <a:ext cx="5322249" cy="183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1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D74FB-6100-35C8-74CB-8C8604EF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DFB6-2F26-3CF8-0174-A12101408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293600" cy="559752"/>
          </a:xfrm>
        </p:spPr>
        <p:txBody>
          <a:bodyPr/>
          <a:lstStyle/>
          <a:p>
            <a:r>
              <a:rPr lang="en-US" sz="4800" dirty="0">
                <a:solidFill>
                  <a:schemeClr val="accent2"/>
                </a:solidFill>
              </a:rPr>
              <a:t>The 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4147F-801B-3304-8EE1-23D51A0E8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98" y="1019768"/>
            <a:ext cx="6067535" cy="5550196"/>
          </a:xfrm>
        </p:spPr>
        <p:txBody>
          <a:bodyPr/>
          <a:lstStyle/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The physical model of the neutral atom computer is given by the Rydberg formula, which describes Rydberg atoms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Rydberg atoms have high </a:t>
            </a:r>
            <a:r>
              <a:rPr lang="en-US" sz="2400" i="1" dirty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 quantum numbers in their electrons</a:t>
            </a:r>
          </a:p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The high sensitivity to electric fields makes Rydberg atoms significantly easier to manipulate with atomic tweezers</a:t>
            </a:r>
          </a:p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The specific way in which the electric field is applied to a Rydberg atom is what gives the unique qubit interactions</a:t>
            </a:r>
          </a:p>
          <a:p>
            <a:pPr marL="571500" indent="-342900">
              <a:buClr>
                <a:schemeClr val="tx1"/>
              </a:buClr>
              <a:buFontTx/>
              <a:buChar char="-"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0F750-6203-547D-6331-42B22DD46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612" y="1270752"/>
            <a:ext cx="4456522" cy="431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9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AA1A5-2019-BAE9-8C80-C9A69EB9E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2EB3-10F2-7F7D-C70F-4D5FFA896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293600" cy="559752"/>
          </a:xfrm>
        </p:spPr>
        <p:txBody>
          <a:bodyPr/>
          <a:lstStyle/>
          <a:p>
            <a:r>
              <a:rPr lang="en-US" sz="4800" dirty="0">
                <a:solidFill>
                  <a:schemeClr val="accent2"/>
                </a:solidFill>
              </a:rPr>
              <a:t>Physical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446AF-A166-DB8C-BDA7-8B6D6F11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98" y="1019768"/>
            <a:ext cx="6474941" cy="5550196"/>
          </a:xfrm>
        </p:spPr>
        <p:txBody>
          <a:bodyPr/>
          <a:lstStyle/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200" dirty="0">
                <a:solidFill>
                  <a:schemeClr val="tx1"/>
                </a:solidFill>
              </a:rPr>
              <a:t>Neutral atom qubits are implemented using “atomic tweezers”</a:t>
            </a:r>
          </a:p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200" dirty="0">
                <a:solidFill>
                  <a:schemeClr val="tx1"/>
                </a:solidFill>
              </a:rPr>
              <a:t>All 5 DiVincenzo criteria could be fulfilled with neutral atom qubits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200" dirty="0">
                <a:solidFill>
                  <a:schemeClr val="tx1"/>
                </a:solidFill>
              </a:rPr>
              <a:t>The ground state and excited states are clearly demarcated with the Rydberg states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200" dirty="0">
                <a:solidFill>
                  <a:schemeClr val="tx1"/>
                </a:solidFill>
              </a:rPr>
              <a:t>The initialization with lasers sets everything in the ground state without excitation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200" dirty="0">
                <a:solidFill>
                  <a:schemeClr val="tx1"/>
                </a:solidFill>
              </a:rPr>
              <a:t>Coherence times are long, over 20 minutes for the state of the art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200" dirty="0">
                <a:solidFill>
                  <a:schemeClr val="tx1"/>
                </a:solidFill>
              </a:rPr>
              <a:t>Qubit gates are complete with Clifford and phase shift gates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200" dirty="0">
                <a:solidFill>
                  <a:schemeClr val="tx1"/>
                </a:solidFill>
              </a:rPr>
              <a:t>The readout is accurate and happen </a:t>
            </a:r>
            <a:r>
              <a:rPr lang="en-US" sz="2200" dirty="0" err="1">
                <a:solidFill>
                  <a:schemeClr val="tx1"/>
                </a:solidFill>
              </a:rPr>
              <a:t>en</a:t>
            </a:r>
            <a:r>
              <a:rPr lang="en-US" sz="2200" dirty="0">
                <a:solidFill>
                  <a:schemeClr val="tx1"/>
                </a:solidFill>
              </a:rPr>
              <a:t>-masse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ADDC1-0BE0-7FE1-473B-BC5F348F5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581" y="1843835"/>
            <a:ext cx="5237902" cy="390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5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137E6-54FB-6CAE-47C3-B713B205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F7DE-E3B0-45D2-FB7D-374CD993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293600" cy="559752"/>
          </a:xfrm>
        </p:spPr>
        <p:txBody>
          <a:bodyPr/>
          <a:lstStyle/>
          <a:p>
            <a:r>
              <a:rPr lang="en-US" sz="4800" dirty="0">
                <a:solidFill>
                  <a:schemeClr val="accent2"/>
                </a:solidFill>
              </a:rPr>
              <a:t>Qubit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767E4-99EA-D8DA-E5F6-195632727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98" y="1019768"/>
            <a:ext cx="6402513" cy="5550196"/>
          </a:xfrm>
        </p:spPr>
        <p:txBody>
          <a:bodyPr/>
          <a:lstStyle/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The fundamental principle that qubit operations are done is the Rydberg blockade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This increases qubit connectively whilst simultaneously reducing neighboring qubit interactions</a:t>
            </a:r>
          </a:p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Let’s look at a basic 2 qubit entanglement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For two qubits to interact, they both need to be excited beyond the |1&gt; state to |r&gt;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The Rydberg blockade makes the system “detuned” from the rest of the qubits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086D3-0703-9D23-2583-3E94C9C17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813" y="1810693"/>
            <a:ext cx="4578724" cy="323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5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ECAD2-D9E5-17A0-CB67-27B7F3F8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710F-F14E-27C3-D56D-5F27ACB3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293600" cy="559752"/>
          </a:xfrm>
        </p:spPr>
        <p:txBody>
          <a:bodyPr/>
          <a:lstStyle/>
          <a:p>
            <a:r>
              <a:rPr lang="en-US" sz="4800" dirty="0">
                <a:solidFill>
                  <a:schemeClr val="accent2"/>
                </a:solidFill>
              </a:rPr>
              <a:t>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2C58-5FD3-59FD-8992-2FA8C608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98" y="1019768"/>
            <a:ext cx="6257657" cy="5550196"/>
          </a:xfrm>
        </p:spPr>
        <p:txBody>
          <a:bodyPr/>
          <a:lstStyle/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The future of neutral atom quantum computing is very promising, given its current track record against other modalities</a:t>
            </a:r>
          </a:p>
          <a:p>
            <a:pPr marL="1028700" lvl="1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It has achieved higher qubit count, doesn’t require cooling, has long coherence times, and is highly scalable</a:t>
            </a:r>
          </a:p>
          <a:p>
            <a:pPr marL="571500" indent="-342900">
              <a:buClr>
                <a:schemeClr val="tx1"/>
              </a:buClr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That being said, much of its technology is highly experimental and expensive, not to mention, as of now, incompatible with the semiconductor industry</a:t>
            </a:r>
          </a:p>
        </p:txBody>
      </p:sp>
    </p:spTree>
    <p:extLst>
      <p:ext uri="{BB962C8B-B14F-4D97-AF65-F5344CB8AC3E}">
        <p14:creationId xmlns:p14="http://schemas.microsoft.com/office/powerpoint/2010/main" val="639929172"/>
      </p:ext>
    </p:extLst>
  </p:cSld>
  <p:clrMapOvr>
    <a:masterClrMapping/>
  </p:clrMapOvr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Shor's Algorithm More</Template>
  <TotalTime>884</TotalTime>
  <Words>361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IBM Plex Sans</vt:lpstr>
      <vt:lpstr>IBM Plex Sans Light</vt:lpstr>
      <vt:lpstr>IBM presentation template</vt:lpstr>
      <vt:lpstr>Neutral Atom Qubits</vt:lpstr>
      <vt:lpstr>A Quick Introduction</vt:lpstr>
      <vt:lpstr>The Physical Model</vt:lpstr>
      <vt:lpstr>Physical Implementation</vt:lpstr>
      <vt:lpstr>Qubit Operation</vt:lpstr>
      <vt:lpstr>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Jeremy</dc:creator>
  <cp:lastModifiedBy>Chen, Jeremy</cp:lastModifiedBy>
  <cp:revision>2</cp:revision>
  <dcterms:created xsi:type="dcterms:W3CDTF">2026-04-21T03:00:00Z</dcterms:created>
  <dcterms:modified xsi:type="dcterms:W3CDTF">2026-04-21T17:45:21Z</dcterms:modified>
</cp:coreProperties>
</file>